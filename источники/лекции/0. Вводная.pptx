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7" r:id="rId3"/>
    <p:sldId id="260" r:id="rId4"/>
    <p:sldId id="261" r:id="rId5"/>
    <p:sldId id="266" r:id="rId6"/>
    <p:sldId id="257" r:id="rId7"/>
    <p:sldId id="258" r:id="rId8"/>
    <p:sldId id="268" r:id="rId9"/>
    <p:sldId id="264" r:id="rId10"/>
    <p:sldId id="259" r:id="rId11"/>
    <p:sldId id="265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780" y="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5B6B7-61D5-45CA-98AD-A7DB689E881B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DFE8E6F8-32DF-4E9C-A4D5-4363F1A2E22A}">
      <dgm:prSet/>
      <dgm:spPr/>
      <dgm:t>
        <a:bodyPr/>
        <a:lstStyle/>
        <a:p>
          <a:r>
            <a:rPr lang="ru-RU" dirty="0"/>
            <a:t>Получить навыки использования современных систем проектирования для автоматизации разработки финтех-систем</a:t>
          </a:r>
          <a:endParaRPr lang="en-US" dirty="0"/>
        </a:p>
      </dgm:t>
    </dgm:pt>
    <dgm:pt modelId="{6341D138-45CB-42F2-B75B-36F4D41C7284}" type="parTrans" cxnId="{5125757A-166B-44C5-9D72-293A2C4C6255}">
      <dgm:prSet/>
      <dgm:spPr/>
      <dgm:t>
        <a:bodyPr/>
        <a:lstStyle/>
        <a:p>
          <a:endParaRPr lang="en-US"/>
        </a:p>
      </dgm:t>
    </dgm:pt>
    <dgm:pt modelId="{FCFC84E3-4053-41F6-831E-5E6CB7EFE51F}" type="sibTrans" cxnId="{5125757A-166B-44C5-9D72-293A2C4C6255}">
      <dgm:prSet/>
      <dgm:spPr/>
      <dgm:t>
        <a:bodyPr/>
        <a:lstStyle/>
        <a:p>
          <a:endParaRPr lang="en-US"/>
        </a:p>
      </dgm:t>
    </dgm:pt>
    <dgm:pt modelId="{466CA91E-452F-403D-A07D-FCFD19519733}">
      <dgm:prSet/>
      <dgm:spPr/>
      <dgm:t>
        <a:bodyPr/>
        <a:lstStyle/>
        <a:p>
          <a:r>
            <a:rPr lang="ru-RU" dirty="0"/>
            <a:t>Получить навыки структурного, функционального, объектно-ориентированного и унифицированного моделирования</a:t>
          </a:r>
          <a:endParaRPr lang="en-US" dirty="0"/>
        </a:p>
      </dgm:t>
    </dgm:pt>
    <dgm:pt modelId="{AF04A811-77FE-4314-80A1-3BAE11A13AF4}" type="parTrans" cxnId="{9D1DB482-1B12-4DE6-9CBD-A1EF0D3F4CDB}">
      <dgm:prSet/>
      <dgm:spPr/>
      <dgm:t>
        <a:bodyPr/>
        <a:lstStyle/>
        <a:p>
          <a:endParaRPr lang="en-US"/>
        </a:p>
      </dgm:t>
    </dgm:pt>
    <dgm:pt modelId="{CA44B602-728D-48F0-BFFD-B82542736556}" type="sibTrans" cxnId="{9D1DB482-1B12-4DE6-9CBD-A1EF0D3F4CDB}">
      <dgm:prSet/>
      <dgm:spPr/>
      <dgm:t>
        <a:bodyPr/>
        <a:lstStyle/>
        <a:p>
          <a:endParaRPr lang="en-US"/>
        </a:p>
      </dgm:t>
    </dgm:pt>
    <dgm:pt modelId="{17DF328A-390F-438E-98CC-43F2746EEDA8}">
      <dgm:prSet/>
      <dgm:spPr/>
      <dgm:t>
        <a:bodyPr/>
        <a:lstStyle/>
        <a:p>
          <a:r>
            <a:rPr lang="ru-RU" dirty="0"/>
            <a:t>Научиться применять критерии и метрики оценки результатов моделирования при построении информационных систем в области финансовых технологий</a:t>
          </a:r>
          <a:endParaRPr lang="en-US" dirty="0"/>
        </a:p>
      </dgm:t>
    </dgm:pt>
    <dgm:pt modelId="{36AC5B15-ECA7-4EA6-9103-0DFFFA434E24}" type="parTrans" cxnId="{BF4283C4-B083-4854-90E1-BCA0B5B3F42D}">
      <dgm:prSet/>
      <dgm:spPr/>
      <dgm:t>
        <a:bodyPr/>
        <a:lstStyle/>
        <a:p>
          <a:endParaRPr lang="en-US"/>
        </a:p>
      </dgm:t>
    </dgm:pt>
    <dgm:pt modelId="{1D606DAC-98E8-4388-B3D3-CD2E9BD12796}" type="sibTrans" cxnId="{BF4283C4-B083-4854-90E1-BCA0B5B3F42D}">
      <dgm:prSet/>
      <dgm:spPr/>
      <dgm:t>
        <a:bodyPr/>
        <a:lstStyle/>
        <a:p>
          <a:endParaRPr lang="en-US"/>
        </a:p>
      </dgm:t>
    </dgm:pt>
    <dgm:pt modelId="{C71AC52A-FF8C-40F6-B1DB-048C52AE8157}" type="pres">
      <dgm:prSet presAssocID="{ACA5B6B7-61D5-45CA-98AD-A7DB689E881B}" presName="root" presStyleCnt="0">
        <dgm:presLayoutVars>
          <dgm:dir/>
          <dgm:resizeHandles val="exact"/>
        </dgm:presLayoutVars>
      </dgm:prSet>
      <dgm:spPr/>
    </dgm:pt>
    <dgm:pt modelId="{FF8401AD-5717-46CB-856D-CF2E5E5D4CBE}" type="pres">
      <dgm:prSet presAssocID="{DFE8E6F8-32DF-4E9C-A4D5-4363F1A2E22A}" presName="compNode" presStyleCnt="0"/>
      <dgm:spPr/>
    </dgm:pt>
    <dgm:pt modelId="{3685B9C7-D84B-4466-89DE-0A282F247A8C}" type="pres">
      <dgm:prSet presAssocID="{DFE8E6F8-32DF-4E9C-A4D5-4363F1A2E22A}" presName="bgRect" presStyleLbl="bgShp" presStyleIdx="0" presStyleCnt="3"/>
      <dgm:spPr/>
    </dgm:pt>
    <dgm:pt modelId="{709D695D-8186-48B3-A8BD-6A13CDEEEFD7}" type="pres">
      <dgm:prSet presAssocID="{DFE8E6F8-32DF-4E9C-A4D5-4363F1A2E22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3F5CE54-F2B6-480E-AB16-0765A6FF75AC}" type="pres">
      <dgm:prSet presAssocID="{DFE8E6F8-32DF-4E9C-A4D5-4363F1A2E22A}" presName="spaceRect" presStyleCnt="0"/>
      <dgm:spPr/>
    </dgm:pt>
    <dgm:pt modelId="{946D648F-309C-4093-B915-8E91755138C6}" type="pres">
      <dgm:prSet presAssocID="{DFE8E6F8-32DF-4E9C-A4D5-4363F1A2E22A}" presName="parTx" presStyleLbl="revTx" presStyleIdx="0" presStyleCnt="3">
        <dgm:presLayoutVars>
          <dgm:chMax val="0"/>
          <dgm:chPref val="0"/>
        </dgm:presLayoutVars>
      </dgm:prSet>
      <dgm:spPr/>
    </dgm:pt>
    <dgm:pt modelId="{7BD2888B-9158-46A2-849E-A37968F763A1}" type="pres">
      <dgm:prSet presAssocID="{FCFC84E3-4053-41F6-831E-5E6CB7EFE51F}" presName="sibTrans" presStyleCnt="0"/>
      <dgm:spPr/>
    </dgm:pt>
    <dgm:pt modelId="{93613CE2-0A89-4AFD-A280-FA3372F7677E}" type="pres">
      <dgm:prSet presAssocID="{466CA91E-452F-403D-A07D-FCFD19519733}" presName="compNode" presStyleCnt="0"/>
      <dgm:spPr/>
    </dgm:pt>
    <dgm:pt modelId="{F4B1C9B7-5162-4CC0-975C-3386620CAA9A}" type="pres">
      <dgm:prSet presAssocID="{466CA91E-452F-403D-A07D-FCFD19519733}" presName="bgRect" presStyleLbl="bgShp" presStyleIdx="1" presStyleCnt="3"/>
      <dgm:spPr/>
    </dgm:pt>
    <dgm:pt modelId="{181BE280-F284-41DB-A9E6-E0C229DE85F5}" type="pres">
      <dgm:prSet presAssocID="{466CA91E-452F-403D-A07D-FCFD1951973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Робот"/>
        </a:ext>
      </dgm:extLst>
    </dgm:pt>
    <dgm:pt modelId="{1ECC536B-47FA-4DA1-B3AC-CD22409773B5}" type="pres">
      <dgm:prSet presAssocID="{466CA91E-452F-403D-A07D-FCFD19519733}" presName="spaceRect" presStyleCnt="0"/>
      <dgm:spPr/>
    </dgm:pt>
    <dgm:pt modelId="{8972ABD4-6C96-45A5-9AD3-5B1C0BAB6FCD}" type="pres">
      <dgm:prSet presAssocID="{466CA91E-452F-403D-A07D-FCFD19519733}" presName="parTx" presStyleLbl="revTx" presStyleIdx="1" presStyleCnt="3">
        <dgm:presLayoutVars>
          <dgm:chMax val="0"/>
          <dgm:chPref val="0"/>
        </dgm:presLayoutVars>
      </dgm:prSet>
      <dgm:spPr/>
    </dgm:pt>
    <dgm:pt modelId="{574AC53E-122E-4CD6-9814-FE1E2573E517}" type="pres">
      <dgm:prSet presAssocID="{CA44B602-728D-48F0-BFFD-B82542736556}" presName="sibTrans" presStyleCnt="0"/>
      <dgm:spPr/>
    </dgm:pt>
    <dgm:pt modelId="{0357ACFF-25F3-4A9B-A40C-277F6137CAD4}" type="pres">
      <dgm:prSet presAssocID="{17DF328A-390F-438E-98CC-43F2746EEDA8}" presName="compNode" presStyleCnt="0"/>
      <dgm:spPr/>
    </dgm:pt>
    <dgm:pt modelId="{BDF0B99A-6ADE-4E3C-9DEA-C4F1EC174D3F}" type="pres">
      <dgm:prSet presAssocID="{17DF328A-390F-438E-98CC-43F2746EEDA8}" presName="bgRect" presStyleLbl="bgShp" presStyleIdx="2" presStyleCnt="3"/>
      <dgm:spPr/>
    </dgm:pt>
    <dgm:pt modelId="{64C9A62C-ED14-433F-99BD-EBC6A1C77625}" type="pres">
      <dgm:prSet presAssocID="{17DF328A-390F-438E-98CC-43F2746EEDA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C7E4FDF-46E6-4114-9DB2-454D6F9F3650}" type="pres">
      <dgm:prSet presAssocID="{17DF328A-390F-438E-98CC-43F2746EEDA8}" presName="spaceRect" presStyleCnt="0"/>
      <dgm:spPr/>
    </dgm:pt>
    <dgm:pt modelId="{84A9EF8F-FDC1-4F0C-9873-93779A99199C}" type="pres">
      <dgm:prSet presAssocID="{17DF328A-390F-438E-98CC-43F2746EEDA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B2D4C08-46BE-43A3-BD16-8721F0227DED}" type="presOf" srcId="{ACA5B6B7-61D5-45CA-98AD-A7DB689E881B}" destId="{C71AC52A-FF8C-40F6-B1DB-048C52AE8157}" srcOrd="0" destOrd="0" presId="urn:microsoft.com/office/officeart/2018/2/layout/IconVerticalSolidList"/>
    <dgm:cxn modelId="{8E87FC23-E820-48CE-8E2A-F2E52AEE03CE}" type="presOf" srcId="{17DF328A-390F-438E-98CC-43F2746EEDA8}" destId="{84A9EF8F-FDC1-4F0C-9873-93779A99199C}" srcOrd="0" destOrd="0" presId="urn:microsoft.com/office/officeart/2018/2/layout/IconVerticalSolidList"/>
    <dgm:cxn modelId="{13381A3B-2262-4336-B148-679BFF62082A}" type="presOf" srcId="{DFE8E6F8-32DF-4E9C-A4D5-4363F1A2E22A}" destId="{946D648F-309C-4093-B915-8E91755138C6}" srcOrd="0" destOrd="0" presId="urn:microsoft.com/office/officeart/2018/2/layout/IconVerticalSolidList"/>
    <dgm:cxn modelId="{A275866B-0579-4A85-8123-8A408ADDF0BC}" type="presOf" srcId="{466CA91E-452F-403D-A07D-FCFD19519733}" destId="{8972ABD4-6C96-45A5-9AD3-5B1C0BAB6FCD}" srcOrd="0" destOrd="0" presId="urn:microsoft.com/office/officeart/2018/2/layout/IconVerticalSolidList"/>
    <dgm:cxn modelId="{5125757A-166B-44C5-9D72-293A2C4C6255}" srcId="{ACA5B6B7-61D5-45CA-98AD-A7DB689E881B}" destId="{DFE8E6F8-32DF-4E9C-A4D5-4363F1A2E22A}" srcOrd="0" destOrd="0" parTransId="{6341D138-45CB-42F2-B75B-36F4D41C7284}" sibTransId="{FCFC84E3-4053-41F6-831E-5E6CB7EFE51F}"/>
    <dgm:cxn modelId="{9D1DB482-1B12-4DE6-9CBD-A1EF0D3F4CDB}" srcId="{ACA5B6B7-61D5-45CA-98AD-A7DB689E881B}" destId="{466CA91E-452F-403D-A07D-FCFD19519733}" srcOrd="1" destOrd="0" parTransId="{AF04A811-77FE-4314-80A1-3BAE11A13AF4}" sibTransId="{CA44B602-728D-48F0-BFFD-B82542736556}"/>
    <dgm:cxn modelId="{BF4283C4-B083-4854-90E1-BCA0B5B3F42D}" srcId="{ACA5B6B7-61D5-45CA-98AD-A7DB689E881B}" destId="{17DF328A-390F-438E-98CC-43F2746EEDA8}" srcOrd="2" destOrd="0" parTransId="{36AC5B15-ECA7-4EA6-9103-0DFFFA434E24}" sibTransId="{1D606DAC-98E8-4388-B3D3-CD2E9BD12796}"/>
    <dgm:cxn modelId="{AB8F8D21-7A84-48CD-82AD-8C558D144002}" type="presParOf" srcId="{C71AC52A-FF8C-40F6-B1DB-048C52AE8157}" destId="{FF8401AD-5717-46CB-856D-CF2E5E5D4CBE}" srcOrd="0" destOrd="0" presId="urn:microsoft.com/office/officeart/2018/2/layout/IconVerticalSolidList"/>
    <dgm:cxn modelId="{D999DC6F-35D4-46E7-852B-BC1E8D0E5A12}" type="presParOf" srcId="{FF8401AD-5717-46CB-856D-CF2E5E5D4CBE}" destId="{3685B9C7-D84B-4466-89DE-0A282F247A8C}" srcOrd="0" destOrd="0" presId="urn:microsoft.com/office/officeart/2018/2/layout/IconVerticalSolidList"/>
    <dgm:cxn modelId="{908B89DF-A7EE-452F-823C-FDB7674F603A}" type="presParOf" srcId="{FF8401AD-5717-46CB-856D-CF2E5E5D4CBE}" destId="{709D695D-8186-48B3-A8BD-6A13CDEEEFD7}" srcOrd="1" destOrd="0" presId="urn:microsoft.com/office/officeart/2018/2/layout/IconVerticalSolidList"/>
    <dgm:cxn modelId="{B6390933-004D-405E-8825-9F3E51944955}" type="presParOf" srcId="{FF8401AD-5717-46CB-856D-CF2E5E5D4CBE}" destId="{33F5CE54-F2B6-480E-AB16-0765A6FF75AC}" srcOrd="2" destOrd="0" presId="urn:microsoft.com/office/officeart/2018/2/layout/IconVerticalSolidList"/>
    <dgm:cxn modelId="{D80BDD56-1CB8-4FC5-A500-39CA864B0C69}" type="presParOf" srcId="{FF8401AD-5717-46CB-856D-CF2E5E5D4CBE}" destId="{946D648F-309C-4093-B915-8E91755138C6}" srcOrd="3" destOrd="0" presId="urn:microsoft.com/office/officeart/2018/2/layout/IconVerticalSolidList"/>
    <dgm:cxn modelId="{61B52152-54D7-4DC4-96D9-D05E045B3D65}" type="presParOf" srcId="{C71AC52A-FF8C-40F6-B1DB-048C52AE8157}" destId="{7BD2888B-9158-46A2-849E-A37968F763A1}" srcOrd="1" destOrd="0" presId="urn:microsoft.com/office/officeart/2018/2/layout/IconVerticalSolidList"/>
    <dgm:cxn modelId="{3FFBB2D3-5743-46AA-9602-3C6E51C243D8}" type="presParOf" srcId="{C71AC52A-FF8C-40F6-B1DB-048C52AE8157}" destId="{93613CE2-0A89-4AFD-A280-FA3372F7677E}" srcOrd="2" destOrd="0" presId="urn:microsoft.com/office/officeart/2018/2/layout/IconVerticalSolidList"/>
    <dgm:cxn modelId="{D5265CDF-3663-4E4D-A5CB-309E66E63191}" type="presParOf" srcId="{93613CE2-0A89-4AFD-A280-FA3372F7677E}" destId="{F4B1C9B7-5162-4CC0-975C-3386620CAA9A}" srcOrd="0" destOrd="0" presId="urn:microsoft.com/office/officeart/2018/2/layout/IconVerticalSolidList"/>
    <dgm:cxn modelId="{BAAD42E0-D52C-4369-9026-C39DD1B7D653}" type="presParOf" srcId="{93613CE2-0A89-4AFD-A280-FA3372F7677E}" destId="{181BE280-F284-41DB-A9E6-E0C229DE85F5}" srcOrd="1" destOrd="0" presId="urn:microsoft.com/office/officeart/2018/2/layout/IconVerticalSolidList"/>
    <dgm:cxn modelId="{A86DCB64-94E7-4ACC-ADD5-0EEE6B9B149F}" type="presParOf" srcId="{93613CE2-0A89-4AFD-A280-FA3372F7677E}" destId="{1ECC536B-47FA-4DA1-B3AC-CD22409773B5}" srcOrd="2" destOrd="0" presId="urn:microsoft.com/office/officeart/2018/2/layout/IconVerticalSolidList"/>
    <dgm:cxn modelId="{D80B2870-9417-4A9E-BC11-E9326B08F2CA}" type="presParOf" srcId="{93613CE2-0A89-4AFD-A280-FA3372F7677E}" destId="{8972ABD4-6C96-45A5-9AD3-5B1C0BAB6FCD}" srcOrd="3" destOrd="0" presId="urn:microsoft.com/office/officeart/2018/2/layout/IconVerticalSolidList"/>
    <dgm:cxn modelId="{018013E5-52DB-4EB8-A411-B1B1A68D0E47}" type="presParOf" srcId="{C71AC52A-FF8C-40F6-B1DB-048C52AE8157}" destId="{574AC53E-122E-4CD6-9814-FE1E2573E517}" srcOrd="3" destOrd="0" presId="urn:microsoft.com/office/officeart/2018/2/layout/IconVerticalSolidList"/>
    <dgm:cxn modelId="{55C9281F-3A3B-48D2-A462-11AB7631B533}" type="presParOf" srcId="{C71AC52A-FF8C-40F6-B1DB-048C52AE8157}" destId="{0357ACFF-25F3-4A9B-A40C-277F6137CAD4}" srcOrd="4" destOrd="0" presId="urn:microsoft.com/office/officeart/2018/2/layout/IconVerticalSolidList"/>
    <dgm:cxn modelId="{D8F22700-C897-4A8C-AB7F-015B9F7E6433}" type="presParOf" srcId="{0357ACFF-25F3-4A9B-A40C-277F6137CAD4}" destId="{BDF0B99A-6ADE-4E3C-9DEA-C4F1EC174D3F}" srcOrd="0" destOrd="0" presId="urn:microsoft.com/office/officeart/2018/2/layout/IconVerticalSolidList"/>
    <dgm:cxn modelId="{46E754F7-65F2-4647-9388-14FB06DCEF55}" type="presParOf" srcId="{0357ACFF-25F3-4A9B-A40C-277F6137CAD4}" destId="{64C9A62C-ED14-433F-99BD-EBC6A1C77625}" srcOrd="1" destOrd="0" presId="urn:microsoft.com/office/officeart/2018/2/layout/IconVerticalSolidList"/>
    <dgm:cxn modelId="{8E2CB5A1-95CB-4E91-900A-F119E693D434}" type="presParOf" srcId="{0357ACFF-25F3-4A9B-A40C-277F6137CAD4}" destId="{0C7E4FDF-46E6-4114-9DB2-454D6F9F3650}" srcOrd="2" destOrd="0" presId="urn:microsoft.com/office/officeart/2018/2/layout/IconVerticalSolidList"/>
    <dgm:cxn modelId="{400915FE-9CBF-4FBE-9BD3-EEEB790E03D2}" type="presParOf" srcId="{0357ACFF-25F3-4A9B-A40C-277F6137CAD4}" destId="{84A9EF8F-FDC1-4F0C-9873-93779A9919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49B372-5DA5-4C59-B3AF-7D6348E75267}" type="doc">
      <dgm:prSet loTypeId="urn:microsoft.com/office/officeart/2005/8/layout/vList2" loCatId="list" qsTypeId="urn:microsoft.com/office/officeart/2005/8/quickstyle/simple3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5A480C94-9CA7-47B9-90FA-C3ACDBDC38D6}">
      <dgm:prSet/>
      <dgm:spPr/>
      <dgm:t>
        <a:bodyPr/>
        <a:lstStyle/>
        <a:p>
          <a:r>
            <a:rPr lang="ru-RU" dirty="0"/>
            <a:t>Трудоемкость 6 ЗЕТ = 216 часов, в том числе 160 СРС</a:t>
          </a:r>
          <a:endParaRPr lang="en-US" dirty="0"/>
        </a:p>
      </dgm:t>
    </dgm:pt>
    <dgm:pt modelId="{A2F79E1E-A4E5-49F7-A88C-869E87313A08}" type="parTrans" cxnId="{672DA2CF-8BE3-42CC-83E9-787715A954E3}">
      <dgm:prSet/>
      <dgm:spPr/>
      <dgm:t>
        <a:bodyPr/>
        <a:lstStyle/>
        <a:p>
          <a:endParaRPr lang="en-US"/>
        </a:p>
      </dgm:t>
    </dgm:pt>
    <dgm:pt modelId="{FFC0F19F-34A0-40C1-8703-7EFF2E2785C9}" type="sibTrans" cxnId="{672DA2CF-8BE3-42CC-83E9-787715A954E3}">
      <dgm:prSet/>
      <dgm:spPr/>
      <dgm:t>
        <a:bodyPr/>
        <a:lstStyle/>
        <a:p>
          <a:endParaRPr lang="en-US"/>
        </a:p>
      </dgm:t>
    </dgm:pt>
    <dgm:pt modelId="{0489C99C-C94E-4149-BC1F-BE4B2AD7FA79}">
      <dgm:prSet/>
      <dgm:spPr/>
      <dgm:t>
        <a:bodyPr/>
        <a:lstStyle/>
        <a:p>
          <a:r>
            <a:rPr lang="ru-RU" dirty="0"/>
            <a:t>Лекции 28 ч (14 встреч, 7 тем)			</a:t>
          </a:r>
          <a:endParaRPr lang="en-US" dirty="0"/>
        </a:p>
      </dgm:t>
    </dgm:pt>
    <dgm:pt modelId="{6276A190-26DB-4871-B0B0-1E27C7688C20}" type="parTrans" cxnId="{B43B859A-E26F-4DB5-828E-CBF3DC6CAA52}">
      <dgm:prSet/>
      <dgm:spPr/>
      <dgm:t>
        <a:bodyPr/>
        <a:lstStyle/>
        <a:p>
          <a:endParaRPr lang="en-US"/>
        </a:p>
      </dgm:t>
    </dgm:pt>
    <dgm:pt modelId="{2C8E18D7-E98B-4147-B99E-2C918F119B9B}" type="sibTrans" cxnId="{B43B859A-E26F-4DB5-828E-CBF3DC6CAA52}">
      <dgm:prSet/>
      <dgm:spPr/>
      <dgm:t>
        <a:bodyPr/>
        <a:lstStyle/>
        <a:p>
          <a:endParaRPr lang="en-US"/>
        </a:p>
      </dgm:t>
    </dgm:pt>
    <dgm:pt modelId="{B5E148F3-FE83-4DF2-A9BA-E28857B95164}">
      <dgm:prSet/>
      <dgm:spPr/>
      <dgm:t>
        <a:bodyPr/>
        <a:lstStyle/>
        <a:p>
          <a:r>
            <a:rPr lang="ru-RU" dirty="0"/>
            <a:t>Практики 28 ч (9 встреч, 6 отчетов)			85 б</a:t>
          </a:r>
          <a:endParaRPr lang="en-US" dirty="0"/>
        </a:p>
      </dgm:t>
    </dgm:pt>
    <dgm:pt modelId="{7103A184-93DA-49B6-AC2E-935FCA6DEEA6}" type="parTrans" cxnId="{FCEFB89A-10DC-4D0E-9EE2-CD3EFDC01A39}">
      <dgm:prSet/>
      <dgm:spPr/>
      <dgm:t>
        <a:bodyPr/>
        <a:lstStyle/>
        <a:p>
          <a:endParaRPr lang="en-US"/>
        </a:p>
      </dgm:t>
    </dgm:pt>
    <dgm:pt modelId="{6E4D8D32-EA49-4E8F-AD78-4C609F5B8F38}" type="sibTrans" cxnId="{FCEFB89A-10DC-4D0E-9EE2-CD3EFDC01A39}">
      <dgm:prSet/>
      <dgm:spPr/>
      <dgm:t>
        <a:bodyPr/>
        <a:lstStyle/>
        <a:p>
          <a:endParaRPr lang="en-US"/>
        </a:p>
      </dgm:t>
    </dgm:pt>
    <dgm:pt modelId="{6E416413-3F8C-4E78-9EAA-62764C5BEA9B}">
      <dgm:prSet/>
      <dgm:spPr/>
      <dgm:t>
        <a:bodyPr/>
        <a:lstStyle/>
        <a:p>
          <a:r>
            <a:rPr lang="ru-RU" dirty="0"/>
            <a:t>Контрольная работа (тест)				15 б</a:t>
          </a:r>
          <a:endParaRPr lang="en-US" dirty="0"/>
        </a:p>
      </dgm:t>
    </dgm:pt>
    <dgm:pt modelId="{907D459B-DCCA-4A4E-920F-C2D569F12ADA}" type="parTrans" cxnId="{B8CF7FB1-0FA8-43A3-B188-5EDFD192DF30}">
      <dgm:prSet/>
      <dgm:spPr/>
      <dgm:t>
        <a:bodyPr/>
        <a:lstStyle/>
        <a:p>
          <a:endParaRPr lang="en-US"/>
        </a:p>
      </dgm:t>
    </dgm:pt>
    <dgm:pt modelId="{DEF004EE-E5F7-4F38-AD8D-96815189FEBB}" type="sibTrans" cxnId="{B8CF7FB1-0FA8-43A3-B188-5EDFD192DF30}">
      <dgm:prSet/>
      <dgm:spPr/>
      <dgm:t>
        <a:bodyPr/>
        <a:lstStyle/>
        <a:p>
          <a:endParaRPr lang="en-US"/>
        </a:p>
      </dgm:t>
    </dgm:pt>
    <dgm:pt modelId="{13E28BE9-B337-40CF-BC6E-40F6267F557F}" type="pres">
      <dgm:prSet presAssocID="{4249B372-5DA5-4C59-B3AF-7D6348E75267}" presName="linear" presStyleCnt="0">
        <dgm:presLayoutVars>
          <dgm:animLvl val="lvl"/>
          <dgm:resizeHandles val="exact"/>
        </dgm:presLayoutVars>
      </dgm:prSet>
      <dgm:spPr/>
    </dgm:pt>
    <dgm:pt modelId="{A135E033-0B01-4230-A469-B2E43F9A5DD6}" type="pres">
      <dgm:prSet presAssocID="{5A480C94-9CA7-47B9-90FA-C3ACDBDC38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96D00D-4BBF-4A1F-A5E6-387F4A7D0D84}" type="pres">
      <dgm:prSet presAssocID="{FFC0F19F-34A0-40C1-8703-7EFF2E2785C9}" presName="spacer" presStyleCnt="0"/>
      <dgm:spPr/>
    </dgm:pt>
    <dgm:pt modelId="{9B1A3E48-54BB-4301-9836-44DBA390EDD6}" type="pres">
      <dgm:prSet presAssocID="{0489C99C-C94E-4149-BC1F-BE4B2AD7FA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22E0ABA-97F7-43E0-BC8A-E961D701C175}" type="pres">
      <dgm:prSet presAssocID="{2C8E18D7-E98B-4147-B99E-2C918F119B9B}" presName="spacer" presStyleCnt="0"/>
      <dgm:spPr/>
    </dgm:pt>
    <dgm:pt modelId="{B37440E7-8C13-4F9E-82DA-5BAFCA45922A}" type="pres">
      <dgm:prSet presAssocID="{B5E148F3-FE83-4DF2-A9BA-E28857B951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D90260-6FF1-4C62-B139-7419A8B70554}" type="pres">
      <dgm:prSet presAssocID="{6E4D8D32-EA49-4E8F-AD78-4C609F5B8F38}" presName="spacer" presStyleCnt="0"/>
      <dgm:spPr/>
    </dgm:pt>
    <dgm:pt modelId="{97E17784-4804-4B72-8573-B6B6558C0E27}" type="pres">
      <dgm:prSet presAssocID="{6E416413-3F8C-4E78-9EAA-62764C5BEA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37B473-05AF-47D9-AD99-285773EC1DF3}" type="presOf" srcId="{6E416413-3F8C-4E78-9EAA-62764C5BEA9B}" destId="{97E17784-4804-4B72-8573-B6B6558C0E27}" srcOrd="0" destOrd="0" presId="urn:microsoft.com/office/officeart/2005/8/layout/vList2"/>
    <dgm:cxn modelId="{B43B859A-E26F-4DB5-828E-CBF3DC6CAA52}" srcId="{4249B372-5DA5-4C59-B3AF-7D6348E75267}" destId="{0489C99C-C94E-4149-BC1F-BE4B2AD7FA79}" srcOrd="1" destOrd="0" parTransId="{6276A190-26DB-4871-B0B0-1E27C7688C20}" sibTransId="{2C8E18D7-E98B-4147-B99E-2C918F119B9B}"/>
    <dgm:cxn modelId="{FCEFB89A-10DC-4D0E-9EE2-CD3EFDC01A39}" srcId="{4249B372-5DA5-4C59-B3AF-7D6348E75267}" destId="{B5E148F3-FE83-4DF2-A9BA-E28857B95164}" srcOrd="2" destOrd="0" parTransId="{7103A184-93DA-49B6-AC2E-935FCA6DEEA6}" sibTransId="{6E4D8D32-EA49-4E8F-AD78-4C609F5B8F38}"/>
    <dgm:cxn modelId="{A1B51FA9-570E-490B-8D76-B1506F3090C7}" type="presOf" srcId="{4249B372-5DA5-4C59-B3AF-7D6348E75267}" destId="{13E28BE9-B337-40CF-BC6E-40F6267F557F}" srcOrd="0" destOrd="0" presId="urn:microsoft.com/office/officeart/2005/8/layout/vList2"/>
    <dgm:cxn modelId="{B8CF7FB1-0FA8-43A3-B188-5EDFD192DF30}" srcId="{4249B372-5DA5-4C59-B3AF-7D6348E75267}" destId="{6E416413-3F8C-4E78-9EAA-62764C5BEA9B}" srcOrd="3" destOrd="0" parTransId="{907D459B-DCCA-4A4E-920F-C2D569F12ADA}" sibTransId="{DEF004EE-E5F7-4F38-AD8D-96815189FEBB}"/>
    <dgm:cxn modelId="{672DA2CF-8BE3-42CC-83E9-787715A954E3}" srcId="{4249B372-5DA5-4C59-B3AF-7D6348E75267}" destId="{5A480C94-9CA7-47B9-90FA-C3ACDBDC38D6}" srcOrd="0" destOrd="0" parTransId="{A2F79E1E-A4E5-49F7-A88C-869E87313A08}" sibTransId="{FFC0F19F-34A0-40C1-8703-7EFF2E2785C9}"/>
    <dgm:cxn modelId="{69F77FE0-9869-44C9-BB2B-9AD2BC7423D6}" type="presOf" srcId="{5A480C94-9CA7-47B9-90FA-C3ACDBDC38D6}" destId="{A135E033-0B01-4230-A469-B2E43F9A5DD6}" srcOrd="0" destOrd="0" presId="urn:microsoft.com/office/officeart/2005/8/layout/vList2"/>
    <dgm:cxn modelId="{9427F0EE-3BC9-49BC-B40E-476CA42F255B}" type="presOf" srcId="{B5E148F3-FE83-4DF2-A9BA-E28857B95164}" destId="{B37440E7-8C13-4F9E-82DA-5BAFCA45922A}" srcOrd="0" destOrd="0" presId="urn:microsoft.com/office/officeart/2005/8/layout/vList2"/>
    <dgm:cxn modelId="{4F0194FD-4DFD-4A0E-9828-A02041F53E07}" type="presOf" srcId="{0489C99C-C94E-4149-BC1F-BE4B2AD7FA79}" destId="{9B1A3E48-54BB-4301-9836-44DBA390EDD6}" srcOrd="0" destOrd="0" presId="urn:microsoft.com/office/officeart/2005/8/layout/vList2"/>
    <dgm:cxn modelId="{6A0DEA9D-A102-403E-8B38-0FBD2E6B3264}" type="presParOf" srcId="{13E28BE9-B337-40CF-BC6E-40F6267F557F}" destId="{A135E033-0B01-4230-A469-B2E43F9A5DD6}" srcOrd="0" destOrd="0" presId="urn:microsoft.com/office/officeart/2005/8/layout/vList2"/>
    <dgm:cxn modelId="{95CCF939-6CCD-43DC-A769-3289F1E2E95E}" type="presParOf" srcId="{13E28BE9-B337-40CF-BC6E-40F6267F557F}" destId="{6196D00D-4BBF-4A1F-A5E6-387F4A7D0D84}" srcOrd="1" destOrd="0" presId="urn:microsoft.com/office/officeart/2005/8/layout/vList2"/>
    <dgm:cxn modelId="{70217535-5A66-4416-8794-FF4EC80D79E4}" type="presParOf" srcId="{13E28BE9-B337-40CF-BC6E-40F6267F557F}" destId="{9B1A3E48-54BB-4301-9836-44DBA390EDD6}" srcOrd="2" destOrd="0" presId="urn:microsoft.com/office/officeart/2005/8/layout/vList2"/>
    <dgm:cxn modelId="{5FC0B933-0C54-480A-BB97-4A96D16B1FE7}" type="presParOf" srcId="{13E28BE9-B337-40CF-BC6E-40F6267F557F}" destId="{A22E0ABA-97F7-43E0-BC8A-E961D701C175}" srcOrd="3" destOrd="0" presId="urn:microsoft.com/office/officeart/2005/8/layout/vList2"/>
    <dgm:cxn modelId="{E71C40DA-50FF-4220-BEFE-91ABA498503D}" type="presParOf" srcId="{13E28BE9-B337-40CF-BC6E-40F6267F557F}" destId="{B37440E7-8C13-4F9E-82DA-5BAFCA45922A}" srcOrd="4" destOrd="0" presId="urn:microsoft.com/office/officeart/2005/8/layout/vList2"/>
    <dgm:cxn modelId="{BC15B6D4-EEAE-4BE1-B981-15A2D569A994}" type="presParOf" srcId="{13E28BE9-B337-40CF-BC6E-40F6267F557F}" destId="{63D90260-6FF1-4C62-B139-7419A8B70554}" srcOrd="5" destOrd="0" presId="urn:microsoft.com/office/officeart/2005/8/layout/vList2"/>
    <dgm:cxn modelId="{7C40E61C-04B9-4D78-9626-C4C7EC096895}" type="presParOf" srcId="{13E28BE9-B337-40CF-BC6E-40F6267F557F}" destId="{97E17784-4804-4B72-8573-B6B6558C0E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DCC7DA-D075-47F5-B008-5E571EC76B36}" type="doc">
      <dgm:prSet loTypeId="urn:microsoft.com/office/officeart/2008/layout/LinedList" loCatId="list" qsTypeId="urn:microsoft.com/office/officeart/2005/8/quickstyle/simple5#1" qsCatId="simple" csTypeId="urn:microsoft.com/office/officeart/2005/8/colors/accent2_2#2" csCatId="accent2"/>
      <dgm:spPr/>
      <dgm:t>
        <a:bodyPr/>
        <a:lstStyle/>
        <a:p>
          <a:endParaRPr lang="en-US"/>
        </a:p>
      </dgm:t>
    </dgm:pt>
    <dgm:pt modelId="{B92DBDFD-7971-460D-AEEF-E344FECFC372}">
      <dgm:prSet/>
      <dgm:spPr/>
      <dgm:t>
        <a:bodyPr/>
        <a:lstStyle/>
        <a:p>
          <a:r>
            <a:rPr lang="ru-RU"/>
            <a:t>Вводная + Методология проектирования информационной системы</a:t>
          </a:r>
          <a:endParaRPr lang="en-US"/>
        </a:p>
      </dgm:t>
    </dgm:pt>
    <dgm:pt modelId="{76A019F7-6C8B-4B5F-9BBF-04F1D1543A21}" type="parTrans" cxnId="{3FA20F83-F499-45DA-92D3-B0F0A3217038}">
      <dgm:prSet/>
      <dgm:spPr/>
      <dgm:t>
        <a:bodyPr/>
        <a:lstStyle/>
        <a:p>
          <a:endParaRPr lang="en-US"/>
        </a:p>
      </dgm:t>
    </dgm:pt>
    <dgm:pt modelId="{B4E2492A-9DDD-418B-958C-E800FE5759B9}" type="sibTrans" cxnId="{3FA20F83-F499-45DA-92D3-B0F0A3217038}">
      <dgm:prSet/>
      <dgm:spPr/>
      <dgm:t>
        <a:bodyPr/>
        <a:lstStyle/>
        <a:p>
          <a:endParaRPr lang="en-US"/>
        </a:p>
      </dgm:t>
    </dgm:pt>
    <dgm:pt modelId="{50DAAC73-BE48-48C6-B2C1-E456A9F98B89}">
      <dgm:prSet/>
      <dgm:spPr/>
      <dgm:t>
        <a:bodyPr/>
        <a:lstStyle/>
        <a:p>
          <a:r>
            <a:rPr lang="ru-RU"/>
            <a:t>Модели жизненного цикла информационной системы</a:t>
          </a:r>
          <a:endParaRPr lang="en-US"/>
        </a:p>
      </dgm:t>
    </dgm:pt>
    <dgm:pt modelId="{04BBC855-FD3F-4966-B90F-E27CF56B0953}" type="parTrans" cxnId="{244E2BFD-7D5E-4BF9-A518-61BCB2FAA84C}">
      <dgm:prSet/>
      <dgm:spPr/>
      <dgm:t>
        <a:bodyPr/>
        <a:lstStyle/>
        <a:p>
          <a:endParaRPr lang="en-US"/>
        </a:p>
      </dgm:t>
    </dgm:pt>
    <dgm:pt modelId="{EAC943DA-4373-411A-8B1B-490BB8685A2D}" type="sibTrans" cxnId="{244E2BFD-7D5E-4BF9-A518-61BCB2FAA84C}">
      <dgm:prSet/>
      <dgm:spPr/>
      <dgm:t>
        <a:bodyPr/>
        <a:lstStyle/>
        <a:p>
          <a:endParaRPr lang="en-US"/>
        </a:p>
      </dgm:t>
    </dgm:pt>
    <dgm:pt modelId="{85CF70D0-99A0-4069-A1C7-913576281910}">
      <dgm:prSet/>
      <dgm:spPr/>
      <dgm:t>
        <a:bodyPr/>
        <a:lstStyle/>
        <a:p>
          <a:r>
            <a:rPr lang="ru-RU"/>
            <a:t>Процессы сопровождения, модернизации и реинжиниринга информационной системы</a:t>
          </a:r>
          <a:endParaRPr lang="en-US"/>
        </a:p>
      </dgm:t>
    </dgm:pt>
    <dgm:pt modelId="{6D5858C6-B19C-4B0F-81E8-408071ABE113}" type="parTrans" cxnId="{86596AFF-7D3A-459A-B62C-57EE188DCC2C}">
      <dgm:prSet/>
      <dgm:spPr/>
      <dgm:t>
        <a:bodyPr/>
        <a:lstStyle/>
        <a:p>
          <a:endParaRPr lang="en-US"/>
        </a:p>
      </dgm:t>
    </dgm:pt>
    <dgm:pt modelId="{13744B61-8433-49D5-B3AF-400F849853D8}" type="sibTrans" cxnId="{86596AFF-7D3A-459A-B62C-57EE188DCC2C}">
      <dgm:prSet/>
      <dgm:spPr/>
      <dgm:t>
        <a:bodyPr/>
        <a:lstStyle/>
        <a:p>
          <a:endParaRPr lang="en-US"/>
        </a:p>
      </dgm:t>
    </dgm:pt>
    <dgm:pt modelId="{5061B249-66D5-4F33-8240-2390CD8A963D}">
      <dgm:prSet/>
      <dgm:spPr/>
      <dgm:t>
        <a:bodyPr/>
        <a:lstStyle/>
        <a:p>
          <a:r>
            <a:rPr lang="ru-RU"/>
            <a:t>Методологии структурного, функционального, объектно-ориентированного и унифицированного моделирования</a:t>
          </a:r>
          <a:endParaRPr lang="en-US"/>
        </a:p>
      </dgm:t>
    </dgm:pt>
    <dgm:pt modelId="{E4B9AA6A-D918-4D5A-A205-0C4EF54F2F7F}" type="parTrans" cxnId="{51C903EE-8EE7-4649-92B6-8A0A5BCADF8A}">
      <dgm:prSet/>
      <dgm:spPr/>
      <dgm:t>
        <a:bodyPr/>
        <a:lstStyle/>
        <a:p>
          <a:endParaRPr lang="en-US"/>
        </a:p>
      </dgm:t>
    </dgm:pt>
    <dgm:pt modelId="{E2801E25-E15F-499F-88D9-F2FD3AFE4FFE}" type="sibTrans" cxnId="{51C903EE-8EE7-4649-92B6-8A0A5BCADF8A}">
      <dgm:prSet/>
      <dgm:spPr/>
      <dgm:t>
        <a:bodyPr/>
        <a:lstStyle/>
        <a:p>
          <a:endParaRPr lang="en-US"/>
        </a:p>
      </dgm:t>
    </dgm:pt>
    <dgm:pt modelId="{2407A51C-7740-4236-BEB1-5400423BDF31}">
      <dgm:prSet/>
      <dgm:spPr/>
      <dgm:t>
        <a:bodyPr/>
        <a:lstStyle/>
        <a:p>
          <a:r>
            <a:rPr lang="ru-RU"/>
            <a:t>Использование методологии</a:t>
          </a:r>
          <a:r>
            <a:rPr lang="ru-RU" i="1"/>
            <a:t> IDEF0</a:t>
          </a:r>
          <a:r>
            <a:rPr lang="ru-RU"/>
            <a:t> для формализации процесса моделирования информационных систем</a:t>
          </a:r>
          <a:endParaRPr lang="en-US"/>
        </a:p>
      </dgm:t>
    </dgm:pt>
    <dgm:pt modelId="{63E13405-02DA-4A20-A77B-304EC4334EFE}" type="parTrans" cxnId="{C1238A97-E698-4842-B6E2-43DBF95A2239}">
      <dgm:prSet/>
      <dgm:spPr/>
      <dgm:t>
        <a:bodyPr/>
        <a:lstStyle/>
        <a:p>
          <a:endParaRPr lang="en-US"/>
        </a:p>
      </dgm:t>
    </dgm:pt>
    <dgm:pt modelId="{0F5C7A59-C571-463A-976A-14FC14CDF620}" type="sibTrans" cxnId="{C1238A97-E698-4842-B6E2-43DBF95A2239}">
      <dgm:prSet/>
      <dgm:spPr/>
      <dgm:t>
        <a:bodyPr/>
        <a:lstStyle/>
        <a:p>
          <a:endParaRPr lang="en-US"/>
        </a:p>
      </dgm:t>
    </dgm:pt>
    <dgm:pt modelId="{DF3DCF50-E07A-481E-AE23-6A77AAEC6F8B}">
      <dgm:prSet/>
      <dgm:spPr/>
      <dgm:t>
        <a:bodyPr/>
        <a:lstStyle/>
        <a:p>
          <a:r>
            <a:rPr lang="ru-RU"/>
            <a:t>Использование CASE-технологии для автоматизации проектирования информационных систем</a:t>
          </a:r>
          <a:endParaRPr lang="en-US"/>
        </a:p>
      </dgm:t>
    </dgm:pt>
    <dgm:pt modelId="{2874F08E-6DE0-40B7-8768-2F6E44DE0C16}" type="parTrans" cxnId="{523BDB5D-42C1-4B8A-9042-A686C4604FC5}">
      <dgm:prSet/>
      <dgm:spPr/>
      <dgm:t>
        <a:bodyPr/>
        <a:lstStyle/>
        <a:p>
          <a:endParaRPr lang="en-US"/>
        </a:p>
      </dgm:t>
    </dgm:pt>
    <dgm:pt modelId="{C38C77B4-F1A1-4384-85AB-C1B79BBCF721}" type="sibTrans" cxnId="{523BDB5D-42C1-4B8A-9042-A686C4604FC5}">
      <dgm:prSet/>
      <dgm:spPr/>
      <dgm:t>
        <a:bodyPr/>
        <a:lstStyle/>
        <a:p>
          <a:endParaRPr lang="en-US"/>
        </a:p>
      </dgm:t>
    </dgm:pt>
    <dgm:pt modelId="{1B16E2EE-6B31-463E-B289-58FAD4E1E485}">
      <dgm:prSet/>
      <dgm:spPr/>
      <dgm:t>
        <a:bodyPr/>
        <a:lstStyle/>
        <a:p>
          <a:r>
            <a:rPr lang="ru-RU"/>
            <a:t>Методология </a:t>
          </a:r>
          <a:r>
            <a:rPr lang="en-US" i="1"/>
            <a:t>Unified Process</a:t>
          </a:r>
          <a:endParaRPr lang="en-US"/>
        </a:p>
      </dgm:t>
    </dgm:pt>
    <dgm:pt modelId="{1FE94BDA-BA35-4F7F-A742-0239B5799CB2}" type="parTrans" cxnId="{D3370C21-CCED-4075-9A88-ECC567C6417F}">
      <dgm:prSet/>
      <dgm:spPr/>
      <dgm:t>
        <a:bodyPr/>
        <a:lstStyle/>
        <a:p>
          <a:endParaRPr lang="en-US"/>
        </a:p>
      </dgm:t>
    </dgm:pt>
    <dgm:pt modelId="{D9F6E61A-F5E3-4D28-9350-5A83674D4841}" type="sibTrans" cxnId="{D3370C21-CCED-4075-9A88-ECC567C6417F}">
      <dgm:prSet/>
      <dgm:spPr/>
      <dgm:t>
        <a:bodyPr/>
        <a:lstStyle/>
        <a:p>
          <a:endParaRPr lang="en-US"/>
        </a:p>
      </dgm:t>
    </dgm:pt>
    <dgm:pt modelId="{653B2C99-FB51-455D-881C-3BED8EF978B6}">
      <dgm:prSet/>
      <dgm:spPr/>
      <dgm:t>
        <a:bodyPr/>
        <a:lstStyle/>
        <a:p>
          <a:r>
            <a:rPr lang="ru-RU"/>
            <a:t>Процессная технология </a:t>
          </a:r>
          <a:r>
            <a:rPr lang="en-US" i="1"/>
            <a:t>Rational Unified Process</a:t>
          </a:r>
          <a:endParaRPr lang="en-US"/>
        </a:p>
      </dgm:t>
    </dgm:pt>
    <dgm:pt modelId="{47F80118-C988-42C5-B9A5-A3BFE48044AD}" type="parTrans" cxnId="{40B4286A-1D27-4070-8E52-C70B139688EB}">
      <dgm:prSet/>
      <dgm:spPr/>
      <dgm:t>
        <a:bodyPr/>
        <a:lstStyle/>
        <a:p>
          <a:endParaRPr lang="en-US"/>
        </a:p>
      </dgm:t>
    </dgm:pt>
    <dgm:pt modelId="{CFF49DA8-B18E-43A6-9716-3C335F5F978A}" type="sibTrans" cxnId="{40B4286A-1D27-4070-8E52-C70B139688EB}">
      <dgm:prSet/>
      <dgm:spPr/>
      <dgm:t>
        <a:bodyPr/>
        <a:lstStyle/>
        <a:p>
          <a:endParaRPr lang="en-US"/>
        </a:p>
      </dgm:t>
    </dgm:pt>
    <dgm:pt modelId="{3998ADB2-143E-4B8D-A2D2-CD7FA68EA951}">
      <dgm:prSet/>
      <dgm:spPr/>
      <dgm:t>
        <a:bodyPr/>
        <a:lstStyle/>
        <a:p>
          <a:r>
            <a:rPr lang="ru-RU"/>
            <a:t>Процессная технология </a:t>
          </a:r>
          <a:r>
            <a:rPr lang="ru-RU" i="1"/>
            <a:t>Open UP</a:t>
          </a:r>
          <a:endParaRPr lang="en-US"/>
        </a:p>
      </dgm:t>
    </dgm:pt>
    <dgm:pt modelId="{93B59C27-3470-4A43-A25D-0090B63B07C1}" type="parTrans" cxnId="{741BB3EC-8CDB-44A9-AD80-7CE8806EE69B}">
      <dgm:prSet/>
      <dgm:spPr/>
      <dgm:t>
        <a:bodyPr/>
        <a:lstStyle/>
        <a:p>
          <a:endParaRPr lang="en-US"/>
        </a:p>
      </dgm:t>
    </dgm:pt>
    <dgm:pt modelId="{2595F92D-2AE1-4DD1-A82D-E72681D7F305}" type="sibTrans" cxnId="{741BB3EC-8CDB-44A9-AD80-7CE8806EE69B}">
      <dgm:prSet/>
      <dgm:spPr/>
      <dgm:t>
        <a:bodyPr/>
        <a:lstStyle/>
        <a:p>
          <a:endParaRPr lang="en-US"/>
        </a:p>
      </dgm:t>
    </dgm:pt>
    <dgm:pt modelId="{42D2079E-4AD9-414E-B92B-B23E03A679CF}">
      <dgm:prSet/>
      <dgm:spPr/>
      <dgm:t>
        <a:bodyPr/>
        <a:lstStyle/>
        <a:p>
          <a:r>
            <a:rPr lang="ru-RU"/>
            <a:t>Методология </a:t>
          </a:r>
          <a:r>
            <a:rPr lang="en-US" i="1"/>
            <a:t>Rapid Application Development</a:t>
          </a:r>
          <a:endParaRPr lang="en-US"/>
        </a:p>
      </dgm:t>
    </dgm:pt>
    <dgm:pt modelId="{3846EEB0-9FFD-40A9-8D9B-5D6CF6405959}" type="parTrans" cxnId="{9A8CE123-4E9C-4165-8A52-3A4DE1381838}">
      <dgm:prSet/>
      <dgm:spPr/>
      <dgm:t>
        <a:bodyPr/>
        <a:lstStyle/>
        <a:p>
          <a:endParaRPr lang="en-US"/>
        </a:p>
      </dgm:t>
    </dgm:pt>
    <dgm:pt modelId="{35EAB936-7820-44A3-98F5-90153CF88105}" type="sibTrans" cxnId="{9A8CE123-4E9C-4165-8A52-3A4DE1381838}">
      <dgm:prSet/>
      <dgm:spPr/>
      <dgm:t>
        <a:bodyPr/>
        <a:lstStyle/>
        <a:p>
          <a:endParaRPr lang="en-US"/>
        </a:p>
      </dgm:t>
    </dgm:pt>
    <dgm:pt modelId="{4EC0EE7F-611C-4C22-8120-B6022AA5B8AF}">
      <dgm:prSet/>
      <dgm:spPr/>
      <dgm:t>
        <a:bodyPr/>
        <a:lstStyle/>
        <a:p>
          <a:r>
            <a:rPr lang="ru-RU"/>
            <a:t>Технологические решения управления ИТ-инфраструктурой</a:t>
          </a:r>
          <a:endParaRPr lang="en-US"/>
        </a:p>
      </dgm:t>
    </dgm:pt>
    <dgm:pt modelId="{D3C13BEF-D770-4521-B186-F7FCD62E0372}" type="parTrans" cxnId="{E52C1DD3-17D8-428E-B68B-D8AFBED51248}">
      <dgm:prSet/>
      <dgm:spPr/>
      <dgm:t>
        <a:bodyPr/>
        <a:lstStyle/>
        <a:p>
          <a:endParaRPr lang="en-US"/>
        </a:p>
      </dgm:t>
    </dgm:pt>
    <dgm:pt modelId="{5C366AC3-960A-4351-80A6-877D757FAE84}" type="sibTrans" cxnId="{E52C1DD3-17D8-428E-B68B-D8AFBED51248}">
      <dgm:prSet/>
      <dgm:spPr/>
      <dgm:t>
        <a:bodyPr/>
        <a:lstStyle/>
        <a:p>
          <a:endParaRPr lang="en-US"/>
        </a:p>
      </dgm:t>
    </dgm:pt>
    <dgm:pt modelId="{663C167A-C72F-460D-993E-D8C173251218}">
      <dgm:prSet/>
      <dgm:spPr/>
      <dgm:t>
        <a:bodyPr/>
        <a:lstStyle/>
        <a:p>
          <a:r>
            <a:rPr lang="ru-RU"/>
            <a:t>Модель управления информационными системами </a:t>
          </a:r>
          <a:r>
            <a:rPr lang="ru-RU" i="1"/>
            <a:t>ITSM</a:t>
          </a:r>
          <a:endParaRPr lang="en-US"/>
        </a:p>
      </dgm:t>
    </dgm:pt>
    <dgm:pt modelId="{0BA0FDB7-ADB2-464E-873B-008A19C57346}" type="parTrans" cxnId="{5918B799-9B2C-4B6B-A03D-9AF202718EC6}">
      <dgm:prSet/>
      <dgm:spPr/>
      <dgm:t>
        <a:bodyPr/>
        <a:lstStyle/>
        <a:p>
          <a:endParaRPr lang="en-US"/>
        </a:p>
      </dgm:t>
    </dgm:pt>
    <dgm:pt modelId="{70028C14-A15A-4424-98DC-B13C1702F2F8}" type="sibTrans" cxnId="{5918B799-9B2C-4B6B-A03D-9AF202718EC6}">
      <dgm:prSet/>
      <dgm:spPr/>
      <dgm:t>
        <a:bodyPr/>
        <a:lstStyle/>
        <a:p>
          <a:endParaRPr lang="en-US"/>
        </a:p>
      </dgm:t>
    </dgm:pt>
    <dgm:pt modelId="{DDAC6980-7E59-4831-B3D2-A9ECA63AC700}">
      <dgm:prSet/>
      <dgm:spPr/>
      <dgm:t>
        <a:bodyPr/>
        <a:lstStyle/>
        <a:p>
          <a:r>
            <a:rPr lang="ru-RU"/>
            <a:t>Модель процессов </a:t>
          </a:r>
          <a:r>
            <a:rPr lang="ru-RU" i="1"/>
            <a:t>MOF</a:t>
          </a:r>
          <a:r>
            <a:rPr lang="ru-RU"/>
            <a:t> для управления обслуживанием информационных систем</a:t>
          </a:r>
          <a:endParaRPr lang="en-US"/>
        </a:p>
      </dgm:t>
    </dgm:pt>
    <dgm:pt modelId="{3E886780-FBFE-4948-9E22-E50BE0BF7870}" type="parTrans" cxnId="{7B6F9426-4D02-4484-8771-094AD360E4D8}">
      <dgm:prSet/>
      <dgm:spPr/>
      <dgm:t>
        <a:bodyPr/>
        <a:lstStyle/>
        <a:p>
          <a:endParaRPr lang="en-US"/>
        </a:p>
      </dgm:t>
    </dgm:pt>
    <dgm:pt modelId="{CBC1E81E-3101-44CD-8AC3-D0D293F99FD2}" type="sibTrans" cxnId="{7B6F9426-4D02-4484-8771-094AD360E4D8}">
      <dgm:prSet/>
      <dgm:spPr/>
      <dgm:t>
        <a:bodyPr/>
        <a:lstStyle/>
        <a:p>
          <a:endParaRPr lang="en-US"/>
        </a:p>
      </dgm:t>
    </dgm:pt>
    <dgm:pt modelId="{3F2190D1-5C90-4B56-B65A-5EFDC82ECAFB}">
      <dgm:prSet/>
      <dgm:spPr/>
      <dgm:t>
        <a:bodyPr/>
        <a:lstStyle/>
        <a:p>
          <a:r>
            <a:rPr lang="ru-RU"/>
            <a:t>Модели управления качеством информационных услуг</a:t>
          </a:r>
          <a:endParaRPr lang="en-US"/>
        </a:p>
      </dgm:t>
    </dgm:pt>
    <dgm:pt modelId="{3B27D04A-71D4-48C8-AEFE-B542A491B6B0}" type="parTrans" cxnId="{7BFEA98D-8FA2-421B-8C97-07DC2C7CC122}">
      <dgm:prSet/>
      <dgm:spPr/>
      <dgm:t>
        <a:bodyPr/>
        <a:lstStyle/>
        <a:p>
          <a:endParaRPr lang="en-US"/>
        </a:p>
      </dgm:t>
    </dgm:pt>
    <dgm:pt modelId="{E32D38BE-0E97-4197-9A6C-4AF5A465F324}" type="sibTrans" cxnId="{7BFEA98D-8FA2-421B-8C97-07DC2C7CC122}">
      <dgm:prSet/>
      <dgm:spPr/>
      <dgm:t>
        <a:bodyPr/>
        <a:lstStyle/>
        <a:p>
          <a:endParaRPr lang="en-US"/>
        </a:p>
      </dgm:t>
    </dgm:pt>
    <dgm:pt modelId="{BB3DC81A-E7D8-4FEC-9176-2AF6E15E1775}" type="pres">
      <dgm:prSet presAssocID="{4FDCC7DA-D075-47F5-B008-5E571EC76B36}" presName="vert0" presStyleCnt="0">
        <dgm:presLayoutVars>
          <dgm:dir/>
          <dgm:animOne val="branch"/>
          <dgm:animLvl val="lvl"/>
        </dgm:presLayoutVars>
      </dgm:prSet>
      <dgm:spPr/>
    </dgm:pt>
    <dgm:pt modelId="{0A98EE3B-ADCD-4915-A08E-21ECF8219B31}" type="pres">
      <dgm:prSet presAssocID="{B92DBDFD-7971-460D-AEEF-E344FECFC372}" presName="thickLine" presStyleLbl="alignNode1" presStyleIdx="0" presStyleCnt="14"/>
      <dgm:spPr/>
    </dgm:pt>
    <dgm:pt modelId="{750DC5E1-8905-4F8D-9100-2E2AA7E2D44A}" type="pres">
      <dgm:prSet presAssocID="{B92DBDFD-7971-460D-AEEF-E344FECFC372}" presName="horz1" presStyleCnt="0"/>
      <dgm:spPr/>
    </dgm:pt>
    <dgm:pt modelId="{65866244-40E6-4BB5-BE24-4574D32A385A}" type="pres">
      <dgm:prSet presAssocID="{B92DBDFD-7971-460D-AEEF-E344FECFC372}" presName="tx1" presStyleLbl="revTx" presStyleIdx="0" presStyleCnt="14"/>
      <dgm:spPr/>
    </dgm:pt>
    <dgm:pt modelId="{4A9654F1-A014-4E05-9949-FD26F2ADD67E}" type="pres">
      <dgm:prSet presAssocID="{B92DBDFD-7971-460D-AEEF-E344FECFC372}" presName="vert1" presStyleCnt="0"/>
      <dgm:spPr/>
    </dgm:pt>
    <dgm:pt modelId="{D4847ABD-8C8D-4498-917C-012D7D439A12}" type="pres">
      <dgm:prSet presAssocID="{50DAAC73-BE48-48C6-B2C1-E456A9F98B89}" presName="thickLine" presStyleLbl="alignNode1" presStyleIdx="1" presStyleCnt="14"/>
      <dgm:spPr/>
    </dgm:pt>
    <dgm:pt modelId="{136B7B95-8588-4DB3-8ACD-2F30982121FF}" type="pres">
      <dgm:prSet presAssocID="{50DAAC73-BE48-48C6-B2C1-E456A9F98B89}" presName="horz1" presStyleCnt="0"/>
      <dgm:spPr/>
    </dgm:pt>
    <dgm:pt modelId="{BDDA25C8-A024-4E4E-8313-EA16AC7E7BFF}" type="pres">
      <dgm:prSet presAssocID="{50DAAC73-BE48-48C6-B2C1-E456A9F98B89}" presName="tx1" presStyleLbl="revTx" presStyleIdx="1" presStyleCnt="14"/>
      <dgm:spPr/>
    </dgm:pt>
    <dgm:pt modelId="{77867DF0-8BAB-45A0-8FC2-80857056985A}" type="pres">
      <dgm:prSet presAssocID="{50DAAC73-BE48-48C6-B2C1-E456A9F98B89}" presName="vert1" presStyleCnt="0"/>
      <dgm:spPr/>
    </dgm:pt>
    <dgm:pt modelId="{7AC512CA-D7CD-49CA-9945-7EA35A92C03B}" type="pres">
      <dgm:prSet presAssocID="{85CF70D0-99A0-4069-A1C7-913576281910}" presName="thickLine" presStyleLbl="alignNode1" presStyleIdx="2" presStyleCnt="14"/>
      <dgm:spPr/>
    </dgm:pt>
    <dgm:pt modelId="{D0E0C333-35B6-40DC-AE4C-EA3D22385046}" type="pres">
      <dgm:prSet presAssocID="{85CF70D0-99A0-4069-A1C7-913576281910}" presName="horz1" presStyleCnt="0"/>
      <dgm:spPr/>
    </dgm:pt>
    <dgm:pt modelId="{59B81D1E-2051-4D01-9C2D-B348ED178C36}" type="pres">
      <dgm:prSet presAssocID="{85CF70D0-99A0-4069-A1C7-913576281910}" presName="tx1" presStyleLbl="revTx" presStyleIdx="2" presStyleCnt="14"/>
      <dgm:spPr/>
    </dgm:pt>
    <dgm:pt modelId="{7BE0DF89-F197-4CC0-8117-053328CB150B}" type="pres">
      <dgm:prSet presAssocID="{85CF70D0-99A0-4069-A1C7-913576281910}" presName="vert1" presStyleCnt="0"/>
      <dgm:spPr/>
    </dgm:pt>
    <dgm:pt modelId="{00D2DF11-8AC5-411A-998A-27C05ECA508E}" type="pres">
      <dgm:prSet presAssocID="{5061B249-66D5-4F33-8240-2390CD8A963D}" presName="thickLine" presStyleLbl="alignNode1" presStyleIdx="3" presStyleCnt="14"/>
      <dgm:spPr/>
    </dgm:pt>
    <dgm:pt modelId="{6DE4FA8F-0047-4A6C-9C2F-25267D592C02}" type="pres">
      <dgm:prSet presAssocID="{5061B249-66D5-4F33-8240-2390CD8A963D}" presName="horz1" presStyleCnt="0"/>
      <dgm:spPr/>
    </dgm:pt>
    <dgm:pt modelId="{805DFEFF-568A-4FD5-A113-DE656E75D88B}" type="pres">
      <dgm:prSet presAssocID="{5061B249-66D5-4F33-8240-2390CD8A963D}" presName="tx1" presStyleLbl="revTx" presStyleIdx="3" presStyleCnt="14"/>
      <dgm:spPr/>
    </dgm:pt>
    <dgm:pt modelId="{636BFF07-1880-436C-96F3-7F9783CBEA4D}" type="pres">
      <dgm:prSet presAssocID="{5061B249-66D5-4F33-8240-2390CD8A963D}" presName="vert1" presStyleCnt="0"/>
      <dgm:spPr/>
    </dgm:pt>
    <dgm:pt modelId="{41FB78E0-8109-4289-8C25-534D1BD9E219}" type="pres">
      <dgm:prSet presAssocID="{2407A51C-7740-4236-BEB1-5400423BDF31}" presName="thickLine" presStyleLbl="alignNode1" presStyleIdx="4" presStyleCnt="14"/>
      <dgm:spPr/>
    </dgm:pt>
    <dgm:pt modelId="{C3548695-1249-4388-8A0F-7ADC954014C6}" type="pres">
      <dgm:prSet presAssocID="{2407A51C-7740-4236-BEB1-5400423BDF31}" presName="horz1" presStyleCnt="0"/>
      <dgm:spPr/>
    </dgm:pt>
    <dgm:pt modelId="{93BD596F-A474-42C1-994A-8DA3286735E3}" type="pres">
      <dgm:prSet presAssocID="{2407A51C-7740-4236-BEB1-5400423BDF31}" presName="tx1" presStyleLbl="revTx" presStyleIdx="4" presStyleCnt="14"/>
      <dgm:spPr/>
    </dgm:pt>
    <dgm:pt modelId="{466872F3-B77F-42A7-966C-D26BBFB8B115}" type="pres">
      <dgm:prSet presAssocID="{2407A51C-7740-4236-BEB1-5400423BDF31}" presName="vert1" presStyleCnt="0"/>
      <dgm:spPr/>
    </dgm:pt>
    <dgm:pt modelId="{AAE198BC-A619-4DAF-B399-11CA9B56D922}" type="pres">
      <dgm:prSet presAssocID="{DF3DCF50-E07A-481E-AE23-6A77AAEC6F8B}" presName="thickLine" presStyleLbl="alignNode1" presStyleIdx="5" presStyleCnt="14"/>
      <dgm:spPr/>
    </dgm:pt>
    <dgm:pt modelId="{AEE6815D-859E-4BE2-8BC2-021C49A74414}" type="pres">
      <dgm:prSet presAssocID="{DF3DCF50-E07A-481E-AE23-6A77AAEC6F8B}" presName="horz1" presStyleCnt="0"/>
      <dgm:spPr/>
    </dgm:pt>
    <dgm:pt modelId="{94F2FCD4-5D15-4818-A620-3CF886CC6C00}" type="pres">
      <dgm:prSet presAssocID="{DF3DCF50-E07A-481E-AE23-6A77AAEC6F8B}" presName="tx1" presStyleLbl="revTx" presStyleIdx="5" presStyleCnt="14"/>
      <dgm:spPr/>
    </dgm:pt>
    <dgm:pt modelId="{C616F56A-147B-47BF-90DC-59CF725E7B75}" type="pres">
      <dgm:prSet presAssocID="{DF3DCF50-E07A-481E-AE23-6A77AAEC6F8B}" presName="vert1" presStyleCnt="0"/>
      <dgm:spPr/>
    </dgm:pt>
    <dgm:pt modelId="{EE389466-D13D-4ACA-A295-8F6C5BBD379F}" type="pres">
      <dgm:prSet presAssocID="{1B16E2EE-6B31-463E-B289-58FAD4E1E485}" presName="thickLine" presStyleLbl="alignNode1" presStyleIdx="6" presStyleCnt="14"/>
      <dgm:spPr/>
    </dgm:pt>
    <dgm:pt modelId="{1825DC43-0264-416A-B1E0-7D489CC0AB57}" type="pres">
      <dgm:prSet presAssocID="{1B16E2EE-6B31-463E-B289-58FAD4E1E485}" presName="horz1" presStyleCnt="0"/>
      <dgm:spPr/>
    </dgm:pt>
    <dgm:pt modelId="{90CBE050-DF3B-49D5-8B2A-83977328FB22}" type="pres">
      <dgm:prSet presAssocID="{1B16E2EE-6B31-463E-B289-58FAD4E1E485}" presName="tx1" presStyleLbl="revTx" presStyleIdx="6" presStyleCnt="14"/>
      <dgm:spPr/>
    </dgm:pt>
    <dgm:pt modelId="{E98B1D82-2CDA-4089-8065-E09E448B761E}" type="pres">
      <dgm:prSet presAssocID="{1B16E2EE-6B31-463E-B289-58FAD4E1E485}" presName="vert1" presStyleCnt="0"/>
      <dgm:spPr/>
    </dgm:pt>
    <dgm:pt modelId="{3919D814-B1C8-4154-BC0F-895894DDE83A}" type="pres">
      <dgm:prSet presAssocID="{653B2C99-FB51-455D-881C-3BED8EF978B6}" presName="thickLine" presStyleLbl="alignNode1" presStyleIdx="7" presStyleCnt="14"/>
      <dgm:spPr/>
    </dgm:pt>
    <dgm:pt modelId="{BA727402-EF40-40EC-8C11-774A9F162AB0}" type="pres">
      <dgm:prSet presAssocID="{653B2C99-FB51-455D-881C-3BED8EF978B6}" presName="horz1" presStyleCnt="0"/>
      <dgm:spPr/>
    </dgm:pt>
    <dgm:pt modelId="{29D3276E-C583-4EEB-9191-FF575FFCF2C8}" type="pres">
      <dgm:prSet presAssocID="{653B2C99-FB51-455D-881C-3BED8EF978B6}" presName="tx1" presStyleLbl="revTx" presStyleIdx="7" presStyleCnt="14"/>
      <dgm:spPr/>
    </dgm:pt>
    <dgm:pt modelId="{F66B705D-451C-4B8E-8E96-68E1F000FD81}" type="pres">
      <dgm:prSet presAssocID="{653B2C99-FB51-455D-881C-3BED8EF978B6}" presName="vert1" presStyleCnt="0"/>
      <dgm:spPr/>
    </dgm:pt>
    <dgm:pt modelId="{6B864FC8-3449-4DDA-89E1-F4F4432E4230}" type="pres">
      <dgm:prSet presAssocID="{3998ADB2-143E-4B8D-A2D2-CD7FA68EA951}" presName="thickLine" presStyleLbl="alignNode1" presStyleIdx="8" presStyleCnt="14"/>
      <dgm:spPr/>
    </dgm:pt>
    <dgm:pt modelId="{657F0E25-A11C-49F2-8989-65ACFFFE223D}" type="pres">
      <dgm:prSet presAssocID="{3998ADB2-143E-4B8D-A2D2-CD7FA68EA951}" presName="horz1" presStyleCnt="0"/>
      <dgm:spPr/>
    </dgm:pt>
    <dgm:pt modelId="{0951308D-F9A8-4589-A4E5-F1DDFFED377E}" type="pres">
      <dgm:prSet presAssocID="{3998ADB2-143E-4B8D-A2D2-CD7FA68EA951}" presName="tx1" presStyleLbl="revTx" presStyleIdx="8" presStyleCnt="14"/>
      <dgm:spPr/>
    </dgm:pt>
    <dgm:pt modelId="{3158E167-967C-4545-A784-DB44A7395F48}" type="pres">
      <dgm:prSet presAssocID="{3998ADB2-143E-4B8D-A2D2-CD7FA68EA951}" presName="vert1" presStyleCnt="0"/>
      <dgm:spPr/>
    </dgm:pt>
    <dgm:pt modelId="{1C99FC4A-20C7-4C39-A822-16EA75113C21}" type="pres">
      <dgm:prSet presAssocID="{42D2079E-4AD9-414E-B92B-B23E03A679CF}" presName="thickLine" presStyleLbl="alignNode1" presStyleIdx="9" presStyleCnt="14"/>
      <dgm:spPr/>
    </dgm:pt>
    <dgm:pt modelId="{363400F0-184C-432C-8EBD-99DB6653C0B9}" type="pres">
      <dgm:prSet presAssocID="{42D2079E-4AD9-414E-B92B-B23E03A679CF}" presName="horz1" presStyleCnt="0"/>
      <dgm:spPr/>
    </dgm:pt>
    <dgm:pt modelId="{DA2BAEC2-81C3-4473-95B9-D58FD7DE4CD3}" type="pres">
      <dgm:prSet presAssocID="{42D2079E-4AD9-414E-B92B-B23E03A679CF}" presName="tx1" presStyleLbl="revTx" presStyleIdx="9" presStyleCnt="14"/>
      <dgm:spPr/>
    </dgm:pt>
    <dgm:pt modelId="{C12EF2B9-325B-480C-9127-00732D662FB7}" type="pres">
      <dgm:prSet presAssocID="{42D2079E-4AD9-414E-B92B-B23E03A679CF}" presName="vert1" presStyleCnt="0"/>
      <dgm:spPr/>
    </dgm:pt>
    <dgm:pt modelId="{A50158DD-E53D-4797-93C7-9175C74BE7BF}" type="pres">
      <dgm:prSet presAssocID="{4EC0EE7F-611C-4C22-8120-B6022AA5B8AF}" presName="thickLine" presStyleLbl="alignNode1" presStyleIdx="10" presStyleCnt="14"/>
      <dgm:spPr/>
    </dgm:pt>
    <dgm:pt modelId="{474B90FE-09A6-4CBA-B212-97E10B0C97F3}" type="pres">
      <dgm:prSet presAssocID="{4EC0EE7F-611C-4C22-8120-B6022AA5B8AF}" presName="horz1" presStyleCnt="0"/>
      <dgm:spPr/>
    </dgm:pt>
    <dgm:pt modelId="{430B3EBD-B5B7-4D5E-AE82-B163313BFB13}" type="pres">
      <dgm:prSet presAssocID="{4EC0EE7F-611C-4C22-8120-B6022AA5B8AF}" presName="tx1" presStyleLbl="revTx" presStyleIdx="10" presStyleCnt="14"/>
      <dgm:spPr/>
    </dgm:pt>
    <dgm:pt modelId="{891086E5-634F-4F7A-BF8C-7394283DC726}" type="pres">
      <dgm:prSet presAssocID="{4EC0EE7F-611C-4C22-8120-B6022AA5B8AF}" presName="vert1" presStyleCnt="0"/>
      <dgm:spPr/>
    </dgm:pt>
    <dgm:pt modelId="{45073A7A-E9E3-4128-B30D-323F9D0670D5}" type="pres">
      <dgm:prSet presAssocID="{663C167A-C72F-460D-993E-D8C173251218}" presName="thickLine" presStyleLbl="alignNode1" presStyleIdx="11" presStyleCnt="14"/>
      <dgm:spPr/>
    </dgm:pt>
    <dgm:pt modelId="{147C8A39-C164-44F0-8D19-D3136F0FE2BF}" type="pres">
      <dgm:prSet presAssocID="{663C167A-C72F-460D-993E-D8C173251218}" presName="horz1" presStyleCnt="0"/>
      <dgm:spPr/>
    </dgm:pt>
    <dgm:pt modelId="{7A0B9BDF-67A9-41ED-9B7B-94C5841BCC40}" type="pres">
      <dgm:prSet presAssocID="{663C167A-C72F-460D-993E-D8C173251218}" presName="tx1" presStyleLbl="revTx" presStyleIdx="11" presStyleCnt="14"/>
      <dgm:spPr/>
    </dgm:pt>
    <dgm:pt modelId="{48F1CBCA-82D4-4226-9938-67D46D766BF2}" type="pres">
      <dgm:prSet presAssocID="{663C167A-C72F-460D-993E-D8C173251218}" presName="vert1" presStyleCnt="0"/>
      <dgm:spPr/>
    </dgm:pt>
    <dgm:pt modelId="{4F263AB3-819B-4BA8-B4C9-D73D49EFAF1D}" type="pres">
      <dgm:prSet presAssocID="{DDAC6980-7E59-4831-B3D2-A9ECA63AC700}" presName="thickLine" presStyleLbl="alignNode1" presStyleIdx="12" presStyleCnt="14"/>
      <dgm:spPr/>
    </dgm:pt>
    <dgm:pt modelId="{F79A6C17-10E2-4E0D-B2BD-065BA8B7CAD7}" type="pres">
      <dgm:prSet presAssocID="{DDAC6980-7E59-4831-B3D2-A9ECA63AC700}" presName="horz1" presStyleCnt="0"/>
      <dgm:spPr/>
    </dgm:pt>
    <dgm:pt modelId="{8252A81E-3F44-4564-8728-0BA39B6B9507}" type="pres">
      <dgm:prSet presAssocID="{DDAC6980-7E59-4831-B3D2-A9ECA63AC700}" presName="tx1" presStyleLbl="revTx" presStyleIdx="12" presStyleCnt="14"/>
      <dgm:spPr/>
    </dgm:pt>
    <dgm:pt modelId="{35904464-8CDB-40E7-9F3D-3B0488E3CF32}" type="pres">
      <dgm:prSet presAssocID="{DDAC6980-7E59-4831-B3D2-A9ECA63AC700}" presName="vert1" presStyleCnt="0"/>
      <dgm:spPr/>
    </dgm:pt>
    <dgm:pt modelId="{E6DC45DE-D560-4EA7-B2C9-937100191752}" type="pres">
      <dgm:prSet presAssocID="{3F2190D1-5C90-4B56-B65A-5EFDC82ECAFB}" presName="thickLine" presStyleLbl="alignNode1" presStyleIdx="13" presStyleCnt="14"/>
      <dgm:spPr/>
    </dgm:pt>
    <dgm:pt modelId="{2C70C7BB-2F79-4E4A-B1A1-F6AD28CBF590}" type="pres">
      <dgm:prSet presAssocID="{3F2190D1-5C90-4B56-B65A-5EFDC82ECAFB}" presName="horz1" presStyleCnt="0"/>
      <dgm:spPr/>
    </dgm:pt>
    <dgm:pt modelId="{76CA6CA0-D07A-4C34-967D-96BE4CCA0952}" type="pres">
      <dgm:prSet presAssocID="{3F2190D1-5C90-4B56-B65A-5EFDC82ECAFB}" presName="tx1" presStyleLbl="revTx" presStyleIdx="13" presStyleCnt="14"/>
      <dgm:spPr/>
    </dgm:pt>
    <dgm:pt modelId="{3680F056-5D0C-49EA-A44E-0CCF6574072D}" type="pres">
      <dgm:prSet presAssocID="{3F2190D1-5C90-4B56-B65A-5EFDC82ECAFB}" presName="vert1" presStyleCnt="0"/>
      <dgm:spPr/>
    </dgm:pt>
  </dgm:ptLst>
  <dgm:cxnLst>
    <dgm:cxn modelId="{D3370C21-CCED-4075-9A88-ECC567C6417F}" srcId="{4FDCC7DA-D075-47F5-B008-5E571EC76B36}" destId="{1B16E2EE-6B31-463E-B289-58FAD4E1E485}" srcOrd="6" destOrd="0" parTransId="{1FE94BDA-BA35-4F7F-A742-0239B5799CB2}" sibTransId="{D9F6E61A-F5E3-4D28-9350-5A83674D4841}"/>
    <dgm:cxn modelId="{9A8CE123-4E9C-4165-8A52-3A4DE1381838}" srcId="{4FDCC7DA-D075-47F5-B008-5E571EC76B36}" destId="{42D2079E-4AD9-414E-B92B-B23E03A679CF}" srcOrd="9" destOrd="0" parTransId="{3846EEB0-9FFD-40A9-8D9B-5D6CF6405959}" sibTransId="{35EAB936-7820-44A3-98F5-90153CF88105}"/>
    <dgm:cxn modelId="{7B6F9426-4D02-4484-8771-094AD360E4D8}" srcId="{4FDCC7DA-D075-47F5-B008-5E571EC76B36}" destId="{DDAC6980-7E59-4831-B3D2-A9ECA63AC700}" srcOrd="12" destOrd="0" parTransId="{3E886780-FBFE-4948-9E22-E50BE0BF7870}" sibTransId="{CBC1E81E-3101-44CD-8AC3-D0D293F99FD2}"/>
    <dgm:cxn modelId="{44A69734-93D4-473F-AA79-8C31E5116589}" type="presOf" srcId="{663C167A-C72F-460D-993E-D8C173251218}" destId="{7A0B9BDF-67A9-41ED-9B7B-94C5841BCC40}" srcOrd="0" destOrd="0" presId="urn:microsoft.com/office/officeart/2008/layout/LinedList"/>
    <dgm:cxn modelId="{54360038-9C28-412E-8CE9-DECE8F663E69}" type="presOf" srcId="{DDAC6980-7E59-4831-B3D2-A9ECA63AC700}" destId="{8252A81E-3F44-4564-8728-0BA39B6B9507}" srcOrd="0" destOrd="0" presId="urn:microsoft.com/office/officeart/2008/layout/LinedList"/>
    <dgm:cxn modelId="{523BDB5D-42C1-4B8A-9042-A686C4604FC5}" srcId="{4FDCC7DA-D075-47F5-B008-5E571EC76B36}" destId="{DF3DCF50-E07A-481E-AE23-6A77AAEC6F8B}" srcOrd="5" destOrd="0" parTransId="{2874F08E-6DE0-40B7-8768-2F6E44DE0C16}" sibTransId="{C38C77B4-F1A1-4384-85AB-C1B79BBCF721}"/>
    <dgm:cxn modelId="{9FF21A67-7496-4798-9DA6-BBE41A617EE9}" type="presOf" srcId="{2407A51C-7740-4236-BEB1-5400423BDF31}" destId="{93BD596F-A474-42C1-994A-8DA3286735E3}" srcOrd="0" destOrd="0" presId="urn:microsoft.com/office/officeart/2008/layout/LinedList"/>
    <dgm:cxn modelId="{DAE49C47-ED7F-436B-A424-1A760767E5DF}" type="presOf" srcId="{DF3DCF50-E07A-481E-AE23-6A77AAEC6F8B}" destId="{94F2FCD4-5D15-4818-A620-3CF886CC6C00}" srcOrd="0" destOrd="0" presId="urn:microsoft.com/office/officeart/2008/layout/LinedList"/>
    <dgm:cxn modelId="{CDECE449-BBAF-46C9-A4D2-FA5BBC7E939E}" type="presOf" srcId="{85CF70D0-99A0-4069-A1C7-913576281910}" destId="{59B81D1E-2051-4D01-9C2D-B348ED178C36}" srcOrd="0" destOrd="0" presId="urn:microsoft.com/office/officeart/2008/layout/LinedList"/>
    <dgm:cxn modelId="{40B4286A-1D27-4070-8E52-C70B139688EB}" srcId="{4FDCC7DA-D075-47F5-B008-5E571EC76B36}" destId="{653B2C99-FB51-455D-881C-3BED8EF978B6}" srcOrd="7" destOrd="0" parTransId="{47F80118-C988-42C5-B9A5-A3BFE48044AD}" sibTransId="{CFF49DA8-B18E-43A6-9716-3C335F5F978A}"/>
    <dgm:cxn modelId="{8FFF2B4F-8C53-4B7B-AE21-4F4FD45FAC8E}" type="presOf" srcId="{5061B249-66D5-4F33-8240-2390CD8A963D}" destId="{805DFEFF-568A-4FD5-A113-DE656E75D88B}" srcOrd="0" destOrd="0" presId="urn:microsoft.com/office/officeart/2008/layout/LinedList"/>
    <dgm:cxn modelId="{228EAA80-F419-4055-B351-5069776FC159}" type="presOf" srcId="{4FDCC7DA-D075-47F5-B008-5E571EC76B36}" destId="{BB3DC81A-E7D8-4FEC-9176-2AF6E15E1775}" srcOrd="0" destOrd="0" presId="urn:microsoft.com/office/officeart/2008/layout/LinedList"/>
    <dgm:cxn modelId="{3FA20F83-F499-45DA-92D3-B0F0A3217038}" srcId="{4FDCC7DA-D075-47F5-B008-5E571EC76B36}" destId="{B92DBDFD-7971-460D-AEEF-E344FECFC372}" srcOrd="0" destOrd="0" parTransId="{76A019F7-6C8B-4B5F-9BBF-04F1D1543A21}" sibTransId="{B4E2492A-9DDD-418B-958C-E800FE5759B9}"/>
    <dgm:cxn modelId="{7BFEA98D-8FA2-421B-8C97-07DC2C7CC122}" srcId="{4FDCC7DA-D075-47F5-B008-5E571EC76B36}" destId="{3F2190D1-5C90-4B56-B65A-5EFDC82ECAFB}" srcOrd="13" destOrd="0" parTransId="{3B27D04A-71D4-48C8-AEFE-B542A491B6B0}" sibTransId="{E32D38BE-0E97-4197-9A6C-4AF5A465F324}"/>
    <dgm:cxn modelId="{C1238A97-E698-4842-B6E2-43DBF95A2239}" srcId="{4FDCC7DA-D075-47F5-B008-5E571EC76B36}" destId="{2407A51C-7740-4236-BEB1-5400423BDF31}" srcOrd="4" destOrd="0" parTransId="{63E13405-02DA-4A20-A77B-304EC4334EFE}" sibTransId="{0F5C7A59-C571-463A-976A-14FC14CDF620}"/>
    <dgm:cxn modelId="{5918B799-9B2C-4B6B-A03D-9AF202718EC6}" srcId="{4FDCC7DA-D075-47F5-B008-5E571EC76B36}" destId="{663C167A-C72F-460D-993E-D8C173251218}" srcOrd="11" destOrd="0" parTransId="{0BA0FDB7-ADB2-464E-873B-008A19C57346}" sibTransId="{70028C14-A15A-4424-98DC-B13C1702F2F8}"/>
    <dgm:cxn modelId="{A6E18BA5-07FB-47BC-8F3B-E62C2FC198D6}" type="presOf" srcId="{42D2079E-4AD9-414E-B92B-B23E03A679CF}" destId="{DA2BAEC2-81C3-4473-95B9-D58FD7DE4CD3}" srcOrd="0" destOrd="0" presId="urn:microsoft.com/office/officeart/2008/layout/LinedList"/>
    <dgm:cxn modelId="{1DC615BD-0DC0-4BD0-BE1F-AF35524F4AE7}" type="presOf" srcId="{50DAAC73-BE48-48C6-B2C1-E456A9F98B89}" destId="{BDDA25C8-A024-4E4E-8313-EA16AC7E7BFF}" srcOrd="0" destOrd="0" presId="urn:microsoft.com/office/officeart/2008/layout/LinedList"/>
    <dgm:cxn modelId="{125ED6CD-B13C-4C78-A27C-C829D50D247B}" type="presOf" srcId="{3998ADB2-143E-4B8D-A2D2-CD7FA68EA951}" destId="{0951308D-F9A8-4589-A4E5-F1DDFFED377E}" srcOrd="0" destOrd="0" presId="urn:microsoft.com/office/officeart/2008/layout/LinedList"/>
    <dgm:cxn modelId="{E52C1DD3-17D8-428E-B68B-D8AFBED51248}" srcId="{4FDCC7DA-D075-47F5-B008-5E571EC76B36}" destId="{4EC0EE7F-611C-4C22-8120-B6022AA5B8AF}" srcOrd="10" destOrd="0" parTransId="{D3C13BEF-D770-4521-B186-F7FCD62E0372}" sibTransId="{5C366AC3-960A-4351-80A6-877D757FAE84}"/>
    <dgm:cxn modelId="{57BB2AD5-C3A0-41BF-B267-40DE316D1E2A}" type="presOf" srcId="{653B2C99-FB51-455D-881C-3BED8EF978B6}" destId="{29D3276E-C583-4EEB-9191-FF575FFCF2C8}" srcOrd="0" destOrd="0" presId="urn:microsoft.com/office/officeart/2008/layout/LinedList"/>
    <dgm:cxn modelId="{022DF0DD-88BB-4ACA-8F64-0935D33D24FE}" type="presOf" srcId="{4EC0EE7F-611C-4C22-8120-B6022AA5B8AF}" destId="{430B3EBD-B5B7-4D5E-AE82-B163313BFB13}" srcOrd="0" destOrd="0" presId="urn:microsoft.com/office/officeart/2008/layout/LinedList"/>
    <dgm:cxn modelId="{741BB3EC-8CDB-44A9-AD80-7CE8806EE69B}" srcId="{4FDCC7DA-D075-47F5-B008-5E571EC76B36}" destId="{3998ADB2-143E-4B8D-A2D2-CD7FA68EA951}" srcOrd="8" destOrd="0" parTransId="{93B59C27-3470-4A43-A25D-0090B63B07C1}" sibTransId="{2595F92D-2AE1-4DD1-A82D-E72681D7F305}"/>
    <dgm:cxn modelId="{51C903EE-8EE7-4649-92B6-8A0A5BCADF8A}" srcId="{4FDCC7DA-D075-47F5-B008-5E571EC76B36}" destId="{5061B249-66D5-4F33-8240-2390CD8A963D}" srcOrd="3" destOrd="0" parTransId="{E4B9AA6A-D918-4D5A-A205-0C4EF54F2F7F}" sibTransId="{E2801E25-E15F-499F-88D9-F2FD3AFE4FFE}"/>
    <dgm:cxn modelId="{D56ED0EE-E582-4055-829A-9249283A8748}" type="presOf" srcId="{3F2190D1-5C90-4B56-B65A-5EFDC82ECAFB}" destId="{76CA6CA0-D07A-4C34-967D-96BE4CCA0952}" srcOrd="0" destOrd="0" presId="urn:microsoft.com/office/officeart/2008/layout/LinedList"/>
    <dgm:cxn modelId="{148F50F8-DDB2-4523-A389-418A90218107}" type="presOf" srcId="{1B16E2EE-6B31-463E-B289-58FAD4E1E485}" destId="{90CBE050-DF3B-49D5-8B2A-83977328FB22}" srcOrd="0" destOrd="0" presId="urn:microsoft.com/office/officeart/2008/layout/LinedList"/>
    <dgm:cxn modelId="{244E2BFD-7D5E-4BF9-A518-61BCB2FAA84C}" srcId="{4FDCC7DA-D075-47F5-B008-5E571EC76B36}" destId="{50DAAC73-BE48-48C6-B2C1-E456A9F98B89}" srcOrd="1" destOrd="0" parTransId="{04BBC855-FD3F-4966-B90F-E27CF56B0953}" sibTransId="{EAC943DA-4373-411A-8B1B-490BB8685A2D}"/>
    <dgm:cxn modelId="{90D97AFE-7756-464A-91B4-081C3E365A1F}" type="presOf" srcId="{B92DBDFD-7971-460D-AEEF-E344FECFC372}" destId="{65866244-40E6-4BB5-BE24-4574D32A385A}" srcOrd="0" destOrd="0" presId="urn:microsoft.com/office/officeart/2008/layout/LinedList"/>
    <dgm:cxn modelId="{86596AFF-7D3A-459A-B62C-57EE188DCC2C}" srcId="{4FDCC7DA-D075-47F5-B008-5E571EC76B36}" destId="{85CF70D0-99A0-4069-A1C7-913576281910}" srcOrd="2" destOrd="0" parTransId="{6D5858C6-B19C-4B0F-81E8-408071ABE113}" sibTransId="{13744B61-8433-49D5-B3AF-400F849853D8}"/>
    <dgm:cxn modelId="{AAC1BE9E-5143-4977-AECA-C17DAE82CDC9}" type="presParOf" srcId="{BB3DC81A-E7D8-4FEC-9176-2AF6E15E1775}" destId="{0A98EE3B-ADCD-4915-A08E-21ECF8219B31}" srcOrd="0" destOrd="0" presId="urn:microsoft.com/office/officeart/2008/layout/LinedList"/>
    <dgm:cxn modelId="{44210154-6E13-4A5E-A76A-CE76FBA54BAA}" type="presParOf" srcId="{BB3DC81A-E7D8-4FEC-9176-2AF6E15E1775}" destId="{750DC5E1-8905-4F8D-9100-2E2AA7E2D44A}" srcOrd="1" destOrd="0" presId="urn:microsoft.com/office/officeart/2008/layout/LinedList"/>
    <dgm:cxn modelId="{68A9978B-D40F-4474-8F1D-357AEFEA53B7}" type="presParOf" srcId="{750DC5E1-8905-4F8D-9100-2E2AA7E2D44A}" destId="{65866244-40E6-4BB5-BE24-4574D32A385A}" srcOrd="0" destOrd="0" presId="urn:microsoft.com/office/officeart/2008/layout/LinedList"/>
    <dgm:cxn modelId="{F6227EB1-2E44-4C3B-80B6-744427E162DE}" type="presParOf" srcId="{750DC5E1-8905-4F8D-9100-2E2AA7E2D44A}" destId="{4A9654F1-A014-4E05-9949-FD26F2ADD67E}" srcOrd="1" destOrd="0" presId="urn:microsoft.com/office/officeart/2008/layout/LinedList"/>
    <dgm:cxn modelId="{E967BCFD-BF38-49DD-B1D7-7FA9D2EDEFB5}" type="presParOf" srcId="{BB3DC81A-E7D8-4FEC-9176-2AF6E15E1775}" destId="{D4847ABD-8C8D-4498-917C-012D7D439A12}" srcOrd="2" destOrd="0" presId="urn:microsoft.com/office/officeart/2008/layout/LinedList"/>
    <dgm:cxn modelId="{4E09CB80-0A31-45FB-82E6-BE9DDEEE7FB2}" type="presParOf" srcId="{BB3DC81A-E7D8-4FEC-9176-2AF6E15E1775}" destId="{136B7B95-8588-4DB3-8ACD-2F30982121FF}" srcOrd="3" destOrd="0" presId="urn:microsoft.com/office/officeart/2008/layout/LinedList"/>
    <dgm:cxn modelId="{3BFF7E5D-A72B-43D7-8105-125D9B2ADF13}" type="presParOf" srcId="{136B7B95-8588-4DB3-8ACD-2F30982121FF}" destId="{BDDA25C8-A024-4E4E-8313-EA16AC7E7BFF}" srcOrd="0" destOrd="0" presId="urn:microsoft.com/office/officeart/2008/layout/LinedList"/>
    <dgm:cxn modelId="{F42FF63E-FE2D-43FF-8732-077C9B3E1BD0}" type="presParOf" srcId="{136B7B95-8588-4DB3-8ACD-2F30982121FF}" destId="{77867DF0-8BAB-45A0-8FC2-80857056985A}" srcOrd="1" destOrd="0" presId="urn:microsoft.com/office/officeart/2008/layout/LinedList"/>
    <dgm:cxn modelId="{A4CB30C3-9A35-4CF0-98D5-382D50AD7507}" type="presParOf" srcId="{BB3DC81A-E7D8-4FEC-9176-2AF6E15E1775}" destId="{7AC512CA-D7CD-49CA-9945-7EA35A92C03B}" srcOrd="4" destOrd="0" presId="urn:microsoft.com/office/officeart/2008/layout/LinedList"/>
    <dgm:cxn modelId="{E077612E-9CFC-45C6-AF35-D49EB0186C0E}" type="presParOf" srcId="{BB3DC81A-E7D8-4FEC-9176-2AF6E15E1775}" destId="{D0E0C333-35B6-40DC-AE4C-EA3D22385046}" srcOrd="5" destOrd="0" presId="urn:microsoft.com/office/officeart/2008/layout/LinedList"/>
    <dgm:cxn modelId="{AA35A113-CA4E-4FA4-B80F-E5E686C99378}" type="presParOf" srcId="{D0E0C333-35B6-40DC-AE4C-EA3D22385046}" destId="{59B81D1E-2051-4D01-9C2D-B348ED178C36}" srcOrd="0" destOrd="0" presId="urn:microsoft.com/office/officeart/2008/layout/LinedList"/>
    <dgm:cxn modelId="{2AF4207B-3AD4-411F-A477-2E0DDB571891}" type="presParOf" srcId="{D0E0C333-35B6-40DC-AE4C-EA3D22385046}" destId="{7BE0DF89-F197-4CC0-8117-053328CB150B}" srcOrd="1" destOrd="0" presId="urn:microsoft.com/office/officeart/2008/layout/LinedList"/>
    <dgm:cxn modelId="{BF037EE3-AB86-4203-99E6-283FADB24607}" type="presParOf" srcId="{BB3DC81A-E7D8-4FEC-9176-2AF6E15E1775}" destId="{00D2DF11-8AC5-411A-998A-27C05ECA508E}" srcOrd="6" destOrd="0" presId="urn:microsoft.com/office/officeart/2008/layout/LinedList"/>
    <dgm:cxn modelId="{302B950C-235F-4CC6-A318-74884E3CDC47}" type="presParOf" srcId="{BB3DC81A-E7D8-4FEC-9176-2AF6E15E1775}" destId="{6DE4FA8F-0047-4A6C-9C2F-25267D592C02}" srcOrd="7" destOrd="0" presId="urn:microsoft.com/office/officeart/2008/layout/LinedList"/>
    <dgm:cxn modelId="{B6EB55E6-1A5A-47C5-92FA-C7200015A3C7}" type="presParOf" srcId="{6DE4FA8F-0047-4A6C-9C2F-25267D592C02}" destId="{805DFEFF-568A-4FD5-A113-DE656E75D88B}" srcOrd="0" destOrd="0" presId="urn:microsoft.com/office/officeart/2008/layout/LinedList"/>
    <dgm:cxn modelId="{EE2EAEC9-7DAC-4072-ABC7-5BBFAA8EFC30}" type="presParOf" srcId="{6DE4FA8F-0047-4A6C-9C2F-25267D592C02}" destId="{636BFF07-1880-436C-96F3-7F9783CBEA4D}" srcOrd="1" destOrd="0" presId="urn:microsoft.com/office/officeart/2008/layout/LinedList"/>
    <dgm:cxn modelId="{8A75F9A7-8DA9-49C9-8CF1-0A7A70E33CDA}" type="presParOf" srcId="{BB3DC81A-E7D8-4FEC-9176-2AF6E15E1775}" destId="{41FB78E0-8109-4289-8C25-534D1BD9E219}" srcOrd="8" destOrd="0" presId="urn:microsoft.com/office/officeart/2008/layout/LinedList"/>
    <dgm:cxn modelId="{6A2E4BC8-3155-4BB3-AFD5-6F70A83946AA}" type="presParOf" srcId="{BB3DC81A-E7D8-4FEC-9176-2AF6E15E1775}" destId="{C3548695-1249-4388-8A0F-7ADC954014C6}" srcOrd="9" destOrd="0" presId="urn:microsoft.com/office/officeart/2008/layout/LinedList"/>
    <dgm:cxn modelId="{E111D608-9B50-41AD-8224-46D95C76A59B}" type="presParOf" srcId="{C3548695-1249-4388-8A0F-7ADC954014C6}" destId="{93BD596F-A474-42C1-994A-8DA3286735E3}" srcOrd="0" destOrd="0" presId="urn:microsoft.com/office/officeart/2008/layout/LinedList"/>
    <dgm:cxn modelId="{D4734A8F-0A31-4A1B-8EED-C63015EB492D}" type="presParOf" srcId="{C3548695-1249-4388-8A0F-7ADC954014C6}" destId="{466872F3-B77F-42A7-966C-D26BBFB8B115}" srcOrd="1" destOrd="0" presId="urn:microsoft.com/office/officeart/2008/layout/LinedList"/>
    <dgm:cxn modelId="{0DE76398-C4DE-4A1E-9B2E-8A63EA87072E}" type="presParOf" srcId="{BB3DC81A-E7D8-4FEC-9176-2AF6E15E1775}" destId="{AAE198BC-A619-4DAF-B399-11CA9B56D922}" srcOrd="10" destOrd="0" presId="urn:microsoft.com/office/officeart/2008/layout/LinedList"/>
    <dgm:cxn modelId="{0814EE69-BB5B-42F6-9F98-95DBF4E8C94F}" type="presParOf" srcId="{BB3DC81A-E7D8-4FEC-9176-2AF6E15E1775}" destId="{AEE6815D-859E-4BE2-8BC2-021C49A74414}" srcOrd="11" destOrd="0" presId="urn:microsoft.com/office/officeart/2008/layout/LinedList"/>
    <dgm:cxn modelId="{0B9B4D8D-94EA-4121-8BBE-228E2EE4C318}" type="presParOf" srcId="{AEE6815D-859E-4BE2-8BC2-021C49A74414}" destId="{94F2FCD4-5D15-4818-A620-3CF886CC6C00}" srcOrd="0" destOrd="0" presId="urn:microsoft.com/office/officeart/2008/layout/LinedList"/>
    <dgm:cxn modelId="{3F812B51-4144-4CD1-99B3-DC128BCE7789}" type="presParOf" srcId="{AEE6815D-859E-4BE2-8BC2-021C49A74414}" destId="{C616F56A-147B-47BF-90DC-59CF725E7B75}" srcOrd="1" destOrd="0" presId="urn:microsoft.com/office/officeart/2008/layout/LinedList"/>
    <dgm:cxn modelId="{E0682BA0-1D8D-4D43-A525-E68961AE5576}" type="presParOf" srcId="{BB3DC81A-E7D8-4FEC-9176-2AF6E15E1775}" destId="{EE389466-D13D-4ACA-A295-8F6C5BBD379F}" srcOrd="12" destOrd="0" presId="urn:microsoft.com/office/officeart/2008/layout/LinedList"/>
    <dgm:cxn modelId="{8EB2351C-71DA-4DF4-9091-AD77A473B0E9}" type="presParOf" srcId="{BB3DC81A-E7D8-4FEC-9176-2AF6E15E1775}" destId="{1825DC43-0264-416A-B1E0-7D489CC0AB57}" srcOrd="13" destOrd="0" presId="urn:microsoft.com/office/officeart/2008/layout/LinedList"/>
    <dgm:cxn modelId="{6369FBB9-D82B-4469-AD99-DCBF036C514F}" type="presParOf" srcId="{1825DC43-0264-416A-B1E0-7D489CC0AB57}" destId="{90CBE050-DF3B-49D5-8B2A-83977328FB22}" srcOrd="0" destOrd="0" presId="urn:microsoft.com/office/officeart/2008/layout/LinedList"/>
    <dgm:cxn modelId="{DC921D83-5A71-44FF-816B-DFA5996A52F4}" type="presParOf" srcId="{1825DC43-0264-416A-B1E0-7D489CC0AB57}" destId="{E98B1D82-2CDA-4089-8065-E09E448B761E}" srcOrd="1" destOrd="0" presId="urn:microsoft.com/office/officeart/2008/layout/LinedList"/>
    <dgm:cxn modelId="{76B33A01-568B-4EE4-B498-C60F342C640F}" type="presParOf" srcId="{BB3DC81A-E7D8-4FEC-9176-2AF6E15E1775}" destId="{3919D814-B1C8-4154-BC0F-895894DDE83A}" srcOrd="14" destOrd="0" presId="urn:microsoft.com/office/officeart/2008/layout/LinedList"/>
    <dgm:cxn modelId="{A030E82F-F45D-4CDC-BBE5-8D5CA2C7B89C}" type="presParOf" srcId="{BB3DC81A-E7D8-4FEC-9176-2AF6E15E1775}" destId="{BA727402-EF40-40EC-8C11-774A9F162AB0}" srcOrd="15" destOrd="0" presId="urn:microsoft.com/office/officeart/2008/layout/LinedList"/>
    <dgm:cxn modelId="{DF63FECC-AE57-4837-998E-F932BDEF2111}" type="presParOf" srcId="{BA727402-EF40-40EC-8C11-774A9F162AB0}" destId="{29D3276E-C583-4EEB-9191-FF575FFCF2C8}" srcOrd="0" destOrd="0" presId="urn:microsoft.com/office/officeart/2008/layout/LinedList"/>
    <dgm:cxn modelId="{5914F2AD-27C9-48D7-993D-C0356124807D}" type="presParOf" srcId="{BA727402-EF40-40EC-8C11-774A9F162AB0}" destId="{F66B705D-451C-4B8E-8E96-68E1F000FD81}" srcOrd="1" destOrd="0" presId="urn:microsoft.com/office/officeart/2008/layout/LinedList"/>
    <dgm:cxn modelId="{A13A0A30-7C9E-4F0C-88D7-FD79FB8F15D3}" type="presParOf" srcId="{BB3DC81A-E7D8-4FEC-9176-2AF6E15E1775}" destId="{6B864FC8-3449-4DDA-89E1-F4F4432E4230}" srcOrd="16" destOrd="0" presId="urn:microsoft.com/office/officeart/2008/layout/LinedList"/>
    <dgm:cxn modelId="{69CE400E-372B-4BEB-B5B4-6124D8C24A9B}" type="presParOf" srcId="{BB3DC81A-E7D8-4FEC-9176-2AF6E15E1775}" destId="{657F0E25-A11C-49F2-8989-65ACFFFE223D}" srcOrd="17" destOrd="0" presId="urn:microsoft.com/office/officeart/2008/layout/LinedList"/>
    <dgm:cxn modelId="{1F9DAABC-C9D3-4D73-9AF6-C9B0A7AA46C2}" type="presParOf" srcId="{657F0E25-A11C-49F2-8989-65ACFFFE223D}" destId="{0951308D-F9A8-4589-A4E5-F1DDFFED377E}" srcOrd="0" destOrd="0" presId="urn:microsoft.com/office/officeart/2008/layout/LinedList"/>
    <dgm:cxn modelId="{57B995B9-AA8E-4D0C-BC46-374B740D1304}" type="presParOf" srcId="{657F0E25-A11C-49F2-8989-65ACFFFE223D}" destId="{3158E167-967C-4545-A784-DB44A7395F48}" srcOrd="1" destOrd="0" presId="urn:microsoft.com/office/officeart/2008/layout/LinedList"/>
    <dgm:cxn modelId="{3679A37E-62D9-421B-A684-314B8FC33D4E}" type="presParOf" srcId="{BB3DC81A-E7D8-4FEC-9176-2AF6E15E1775}" destId="{1C99FC4A-20C7-4C39-A822-16EA75113C21}" srcOrd="18" destOrd="0" presId="urn:microsoft.com/office/officeart/2008/layout/LinedList"/>
    <dgm:cxn modelId="{F91FD1D4-F6A2-4827-B241-08D775570B63}" type="presParOf" srcId="{BB3DC81A-E7D8-4FEC-9176-2AF6E15E1775}" destId="{363400F0-184C-432C-8EBD-99DB6653C0B9}" srcOrd="19" destOrd="0" presId="urn:microsoft.com/office/officeart/2008/layout/LinedList"/>
    <dgm:cxn modelId="{98424DE2-1BBC-4E43-91EB-D2E9AF1BD077}" type="presParOf" srcId="{363400F0-184C-432C-8EBD-99DB6653C0B9}" destId="{DA2BAEC2-81C3-4473-95B9-D58FD7DE4CD3}" srcOrd="0" destOrd="0" presId="urn:microsoft.com/office/officeart/2008/layout/LinedList"/>
    <dgm:cxn modelId="{A25B43CE-8930-45B8-899D-4A74F60302B1}" type="presParOf" srcId="{363400F0-184C-432C-8EBD-99DB6653C0B9}" destId="{C12EF2B9-325B-480C-9127-00732D662FB7}" srcOrd="1" destOrd="0" presId="urn:microsoft.com/office/officeart/2008/layout/LinedList"/>
    <dgm:cxn modelId="{259CD440-8E7C-4E17-89FF-DCF58FE24AF0}" type="presParOf" srcId="{BB3DC81A-E7D8-4FEC-9176-2AF6E15E1775}" destId="{A50158DD-E53D-4797-93C7-9175C74BE7BF}" srcOrd="20" destOrd="0" presId="urn:microsoft.com/office/officeart/2008/layout/LinedList"/>
    <dgm:cxn modelId="{C9B8130B-61F0-4518-A3BD-9066EEE202A2}" type="presParOf" srcId="{BB3DC81A-E7D8-4FEC-9176-2AF6E15E1775}" destId="{474B90FE-09A6-4CBA-B212-97E10B0C97F3}" srcOrd="21" destOrd="0" presId="urn:microsoft.com/office/officeart/2008/layout/LinedList"/>
    <dgm:cxn modelId="{57EF69EA-D033-4F9F-9873-6AE3E7E733BC}" type="presParOf" srcId="{474B90FE-09A6-4CBA-B212-97E10B0C97F3}" destId="{430B3EBD-B5B7-4D5E-AE82-B163313BFB13}" srcOrd="0" destOrd="0" presId="urn:microsoft.com/office/officeart/2008/layout/LinedList"/>
    <dgm:cxn modelId="{BD8FC738-E3BF-4D5D-BB08-4945D7836015}" type="presParOf" srcId="{474B90FE-09A6-4CBA-B212-97E10B0C97F3}" destId="{891086E5-634F-4F7A-BF8C-7394283DC726}" srcOrd="1" destOrd="0" presId="urn:microsoft.com/office/officeart/2008/layout/LinedList"/>
    <dgm:cxn modelId="{87BE854A-34AF-4FFE-83F7-2B35021C6E82}" type="presParOf" srcId="{BB3DC81A-E7D8-4FEC-9176-2AF6E15E1775}" destId="{45073A7A-E9E3-4128-B30D-323F9D0670D5}" srcOrd="22" destOrd="0" presId="urn:microsoft.com/office/officeart/2008/layout/LinedList"/>
    <dgm:cxn modelId="{DE97CCA6-F6C9-4DB4-889E-CE02B4424791}" type="presParOf" srcId="{BB3DC81A-E7D8-4FEC-9176-2AF6E15E1775}" destId="{147C8A39-C164-44F0-8D19-D3136F0FE2BF}" srcOrd="23" destOrd="0" presId="urn:microsoft.com/office/officeart/2008/layout/LinedList"/>
    <dgm:cxn modelId="{37DFC73B-E9B4-4DEF-9A8E-EE3CF65F4CF1}" type="presParOf" srcId="{147C8A39-C164-44F0-8D19-D3136F0FE2BF}" destId="{7A0B9BDF-67A9-41ED-9B7B-94C5841BCC40}" srcOrd="0" destOrd="0" presId="urn:microsoft.com/office/officeart/2008/layout/LinedList"/>
    <dgm:cxn modelId="{3E42AC68-DBF8-4F30-8F9A-24E97C0C9291}" type="presParOf" srcId="{147C8A39-C164-44F0-8D19-D3136F0FE2BF}" destId="{48F1CBCA-82D4-4226-9938-67D46D766BF2}" srcOrd="1" destOrd="0" presId="urn:microsoft.com/office/officeart/2008/layout/LinedList"/>
    <dgm:cxn modelId="{658B7452-DCFF-4E9A-B5C3-F94F45392A49}" type="presParOf" srcId="{BB3DC81A-E7D8-4FEC-9176-2AF6E15E1775}" destId="{4F263AB3-819B-4BA8-B4C9-D73D49EFAF1D}" srcOrd="24" destOrd="0" presId="urn:microsoft.com/office/officeart/2008/layout/LinedList"/>
    <dgm:cxn modelId="{F55D2560-9945-457F-843F-8093CBE4364C}" type="presParOf" srcId="{BB3DC81A-E7D8-4FEC-9176-2AF6E15E1775}" destId="{F79A6C17-10E2-4E0D-B2BD-065BA8B7CAD7}" srcOrd="25" destOrd="0" presId="urn:microsoft.com/office/officeart/2008/layout/LinedList"/>
    <dgm:cxn modelId="{F5C33765-D6B6-43D4-9283-B149D681517C}" type="presParOf" srcId="{F79A6C17-10E2-4E0D-B2BD-065BA8B7CAD7}" destId="{8252A81E-3F44-4564-8728-0BA39B6B9507}" srcOrd="0" destOrd="0" presId="urn:microsoft.com/office/officeart/2008/layout/LinedList"/>
    <dgm:cxn modelId="{D3AFBEE8-DA3F-4E5C-AF4A-926FD7BF70D2}" type="presParOf" srcId="{F79A6C17-10E2-4E0D-B2BD-065BA8B7CAD7}" destId="{35904464-8CDB-40E7-9F3D-3B0488E3CF32}" srcOrd="1" destOrd="0" presId="urn:microsoft.com/office/officeart/2008/layout/LinedList"/>
    <dgm:cxn modelId="{219E20AF-78CE-4E15-9AF4-ECD55C0098B1}" type="presParOf" srcId="{BB3DC81A-E7D8-4FEC-9176-2AF6E15E1775}" destId="{E6DC45DE-D560-4EA7-B2C9-937100191752}" srcOrd="26" destOrd="0" presId="urn:microsoft.com/office/officeart/2008/layout/LinedList"/>
    <dgm:cxn modelId="{55626CE5-39FE-4186-AE63-257773341694}" type="presParOf" srcId="{BB3DC81A-E7D8-4FEC-9176-2AF6E15E1775}" destId="{2C70C7BB-2F79-4E4A-B1A1-F6AD28CBF590}" srcOrd="27" destOrd="0" presId="urn:microsoft.com/office/officeart/2008/layout/LinedList"/>
    <dgm:cxn modelId="{AD36FC23-25DB-47C2-B930-A33D06CCA1B0}" type="presParOf" srcId="{2C70C7BB-2F79-4E4A-B1A1-F6AD28CBF590}" destId="{76CA6CA0-D07A-4C34-967D-96BE4CCA0952}" srcOrd="0" destOrd="0" presId="urn:microsoft.com/office/officeart/2008/layout/LinedList"/>
    <dgm:cxn modelId="{9C672926-01B7-41E3-BEF3-8CDB32E7295B}" type="presParOf" srcId="{2C70C7BB-2F79-4E4A-B1A1-F6AD28CBF590}" destId="{3680F056-5D0C-49EA-A44E-0CCF657407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B9C7-D84B-4466-89DE-0A282F247A8C}">
      <dsp:nvSpPr>
        <dsp:cNvPr id="0" name=""/>
        <dsp:cNvSpPr/>
      </dsp:nvSpPr>
      <dsp:spPr>
        <a:xfrm>
          <a:off x="0" y="414"/>
          <a:ext cx="8229600" cy="9696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9D695D-8186-48B3-A8BD-6A13CDEEEFD7}">
      <dsp:nvSpPr>
        <dsp:cNvPr id="0" name=""/>
        <dsp:cNvSpPr/>
      </dsp:nvSpPr>
      <dsp:spPr>
        <a:xfrm>
          <a:off x="293307" y="218577"/>
          <a:ext cx="533286" cy="5332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D648F-309C-4093-B915-8E91755138C6}">
      <dsp:nvSpPr>
        <dsp:cNvPr id="0" name=""/>
        <dsp:cNvSpPr/>
      </dsp:nvSpPr>
      <dsp:spPr>
        <a:xfrm>
          <a:off x="1119902" y="414"/>
          <a:ext cx="7109697" cy="96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617" tIns="102617" rIns="102617" bIns="10261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Получить навыки использования современных систем проектирования для автоматизации разработки финтех-систем</a:t>
          </a:r>
          <a:endParaRPr lang="en-US" sz="1800" kern="1200" dirty="0"/>
        </a:p>
      </dsp:txBody>
      <dsp:txXfrm>
        <a:off x="1119902" y="414"/>
        <a:ext cx="7109697" cy="969612"/>
      </dsp:txXfrm>
    </dsp:sp>
    <dsp:sp modelId="{F4B1C9B7-5162-4CC0-975C-3386620CAA9A}">
      <dsp:nvSpPr>
        <dsp:cNvPr id="0" name=""/>
        <dsp:cNvSpPr/>
      </dsp:nvSpPr>
      <dsp:spPr>
        <a:xfrm>
          <a:off x="0" y="1212429"/>
          <a:ext cx="8229600" cy="9696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BE280-F284-41DB-A9E6-E0C229DE85F5}">
      <dsp:nvSpPr>
        <dsp:cNvPr id="0" name=""/>
        <dsp:cNvSpPr/>
      </dsp:nvSpPr>
      <dsp:spPr>
        <a:xfrm>
          <a:off x="293307" y="1430592"/>
          <a:ext cx="533286" cy="5332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2ABD4-6C96-45A5-9AD3-5B1C0BAB6FCD}">
      <dsp:nvSpPr>
        <dsp:cNvPr id="0" name=""/>
        <dsp:cNvSpPr/>
      </dsp:nvSpPr>
      <dsp:spPr>
        <a:xfrm>
          <a:off x="1119902" y="1212429"/>
          <a:ext cx="7109697" cy="96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617" tIns="102617" rIns="102617" bIns="10261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Получить навыки структурного, функционального, объектно-ориентированного и унифицированного моделирования</a:t>
          </a:r>
          <a:endParaRPr lang="en-US" sz="1800" kern="1200" dirty="0"/>
        </a:p>
      </dsp:txBody>
      <dsp:txXfrm>
        <a:off x="1119902" y="1212429"/>
        <a:ext cx="7109697" cy="969612"/>
      </dsp:txXfrm>
    </dsp:sp>
    <dsp:sp modelId="{BDF0B99A-6ADE-4E3C-9DEA-C4F1EC174D3F}">
      <dsp:nvSpPr>
        <dsp:cNvPr id="0" name=""/>
        <dsp:cNvSpPr/>
      </dsp:nvSpPr>
      <dsp:spPr>
        <a:xfrm>
          <a:off x="0" y="2424445"/>
          <a:ext cx="8229600" cy="9696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9A62C-ED14-433F-99BD-EBC6A1C77625}">
      <dsp:nvSpPr>
        <dsp:cNvPr id="0" name=""/>
        <dsp:cNvSpPr/>
      </dsp:nvSpPr>
      <dsp:spPr>
        <a:xfrm>
          <a:off x="293307" y="2642608"/>
          <a:ext cx="533286" cy="5332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9EF8F-FDC1-4F0C-9873-93779A99199C}">
      <dsp:nvSpPr>
        <dsp:cNvPr id="0" name=""/>
        <dsp:cNvSpPr/>
      </dsp:nvSpPr>
      <dsp:spPr>
        <a:xfrm>
          <a:off x="1119902" y="2424445"/>
          <a:ext cx="7109697" cy="969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617" tIns="102617" rIns="102617" bIns="10261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Научиться применять критерии и метрики оценки результатов моделирования при построении информационных систем в области финансовых технологий</a:t>
          </a:r>
          <a:endParaRPr lang="en-US" sz="1800" kern="1200" dirty="0"/>
        </a:p>
      </dsp:txBody>
      <dsp:txXfrm>
        <a:off x="1119902" y="2424445"/>
        <a:ext cx="7109697" cy="969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5E033-0B01-4230-A469-B2E43F9A5DD6}">
      <dsp:nvSpPr>
        <dsp:cNvPr id="0" name=""/>
        <dsp:cNvSpPr/>
      </dsp:nvSpPr>
      <dsp:spPr>
        <a:xfrm>
          <a:off x="0" y="582584"/>
          <a:ext cx="5904656" cy="40774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Трудоемкость 6 ЗЕТ = 216 часов, в том числе 160 СРС</a:t>
          </a:r>
          <a:endParaRPr lang="en-US" sz="1700" kern="1200" dirty="0"/>
        </a:p>
      </dsp:txBody>
      <dsp:txXfrm>
        <a:off x="19904" y="602488"/>
        <a:ext cx="5864848" cy="367937"/>
      </dsp:txXfrm>
    </dsp:sp>
    <dsp:sp modelId="{9B1A3E48-54BB-4301-9836-44DBA390EDD6}">
      <dsp:nvSpPr>
        <dsp:cNvPr id="0" name=""/>
        <dsp:cNvSpPr/>
      </dsp:nvSpPr>
      <dsp:spPr>
        <a:xfrm>
          <a:off x="0" y="1039289"/>
          <a:ext cx="5904656" cy="40774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Лекции 28 ч (14 встреч, 7 тем)			</a:t>
          </a:r>
          <a:endParaRPr lang="en-US" sz="1700" kern="1200" dirty="0"/>
        </a:p>
      </dsp:txBody>
      <dsp:txXfrm>
        <a:off x="19904" y="1059193"/>
        <a:ext cx="5864848" cy="367937"/>
      </dsp:txXfrm>
    </dsp:sp>
    <dsp:sp modelId="{B37440E7-8C13-4F9E-82DA-5BAFCA45922A}">
      <dsp:nvSpPr>
        <dsp:cNvPr id="0" name=""/>
        <dsp:cNvSpPr/>
      </dsp:nvSpPr>
      <dsp:spPr>
        <a:xfrm>
          <a:off x="0" y="1495994"/>
          <a:ext cx="5904656" cy="40774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Практики 28 ч (9 встреч, 6 отчетов)			85 б</a:t>
          </a:r>
          <a:endParaRPr lang="en-US" sz="1700" kern="1200" dirty="0"/>
        </a:p>
      </dsp:txBody>
      <dsp:txXfrm>
        <a:off x="19904" y="1515898"/>
        <a:ext cx="5864848" cy="367937"/>
      </dsp:txXfrm>
    </dsp:sp>
    <dsp:sp modelId="{97E17784-4804-4B72-8573-B6B6558C0E27}">
      <dsp:nvSpPr>
        <dsp:cNvPr id="0" name=""/>
        <dsp:cNvSpPr/>
      </dsp:nvSpPr>
      <dsp:spPr>
        <a:xfrm>
          <a:off x="0" y="1952699"/>
          <a:ext cx="5904656" cy="40774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Контрольная работа (тест)				15 б</a:t>
          </a:r>
          <a:endParaRPr lang="en-US" sz="1700" kern="1200" dirty="0"/>
        </a:p>
      </dsp:txBody>
      <dsp:txXfrm>
        <a:off x="19904" y="1972603"/>
        <a:ext cx="5864848" cy="367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8EE3B-ADCD-4915-A08E-21ECF8219B31}">
      <dsp:nvSpPr>
        <dsp:cNvPr id="0" name=""/>
        <dsp:cNvSpPr/>
      </dsp:nvSpPr>
      <dsp:spPr>
        <a:xfrm>
          <a:off x="0" y="414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5866244-40E6-4BB5-BE24-4574D32A385A}">
      <dsp:nvSpPr>
        <dsp:cNvPr id="0" name=""/>
        <dsp:cNvSpPr/>
      </dsp:nvSpPr>
      <dsp:spPr>
        <a:xfrm>
          <a:off x="0" y="414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Вводная + Методология проектирования информационной системы</a:t>
          </a:r>
          <a:endParaRPr lang="en-US" sz="1100" kern="1200"/>
        </a:p>
      </dsp:txBody>
      <dsp:txXfrm>
        <a:off x="0" y="414"/>
        <a:ext cx="8229600" cy="242403"/>
      </dsp:txXfrm>
    </dsp:sp>
    <dsp:sp modelId="{D4847ABD-8C8D-4498-917C-012D7D439A12}">
      <dsp:nvSpPr>
        <dsp:cNvPr id="0" name=""/>
        <dsp:cNvSpPr/>
      </dsp:nvSpPr>
      <dsp:spPr>
        <a:xfrm>
          <a:off x="0" y="242817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DA25C8-A024-4E4E-8313-EA16AC7E7BFF}">
      <dsp:nvSpPr>
        <dsp:cNvPr id="0" name=""/>
        <dsp:cNvSpPr/>
      </dsp:nvSpPr>
      <dsp:spPr>
        <a:xfrm>
          <a:off x="0" y="242817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Модели жизненного цикла информационной системы</a:t>
          </a:r>
          <a:endParaRPr lang="en-US" sz="1100" kern="1200"/>
        </a:p>
      </dsp:txBody>
      <dsp:txXfrm>
        <a:off x="0" y="242817"/>
        <a:ext cx="8229600" cy="242403"/>
      </dsp:txXfrm>
    </dsp:sp>
    <dsp:sp modelId="{7AC512CA-D7CD-49CA-9945-7EA35A92C03B}">
      <dsp:nvSpPr>
        <dsp:cNvPr id="0" name=""/>
        <dsp:cNvSpPr/>
      </dsp:nvSpPr>
      <dsp:spPr>
        <a:xfrm>
          <a:off x="0" y="485220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9B81D1E-2051-4D01-9C2D-B348ED178C36}">
      <dsp:nvSpPr>
        <dsp:cNvPr id="0" name=""/>
        <dsp:cNvSpPr/>
      </dsp:nvSpPr>
      <dsp:spPr>
        <a:xfrm>
          <a:off x="0" y="485220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Процессы сопровождения, модернизации и реинжиниринга информационной системы</a:t>
          </a:r>
          <a:endParaRPr lang="en-US" sz="1100" kern="1200"/>
        </a:p>
      </dsp:txBody>
      <dsp:txXfrm>
        <a:off x="0" y="485220"/>
        <a:ext cx="8229600" cy="242403"/>
      </dsp:txXfrm>
    </dsp:sp>
    <dsp:sp modelId="{00D2DF11-8AC5-411A-998A-27C05ECA508E}">
      <dsp:nvSpPr>
        <dsp:cNvPr id="0" name=""/>
        <dsp:cNvSpPr/>
      </dsp:nvSpPr>
      <dsp:spPr>
        <a:xfrm>
          <a:off x="0" y="727623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05DFEFF-568A-4FD5-A113-DE656E75D88B}">
      <dsp:nvSpPr>
        <dsp:cNvPr id="0" name=""/>
        <dsp:cNvSpPr/>
      </dsp:nvSpPr>
      <dsp:spPr>
        <a:xfrm>
          <a:off x="0" y="727623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Методологии структурного, функционального, объектно-ориентированного и унифицированного моделирования</a:t>
          </a:r>
          <a:endParaRPr lang="en-US" sz="1100" kern="1200"/>
        </a:p>
      </dsp:txBody>
      <dsp:txXfrm>
        <a:off x="0" y="727623"/>
        <a:ext cx="8229600" cy="242403"/>
      </dsp:txXfrm>
    </dsp:sp>
    <dsp:sp modelId="{41FB78E0-8109-4289-8C25-534D1BD9E219}">
      <dsp:nvSpPr>
        <dsp:cNvPr id="0" name=""/>
        <dsp:cNvSpPr/>
      </dsp:nvSpPr>
      <dsp:spPr>
        <a:xfrm>
          <a:off x="0" y="970026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BD596F-A474-42C1-994A-8DA3286735E3}">
      <dsp:nvSpPr>
        <dsp:cNvPr id="0" name=""/>
        <dsp:cNvSpPr/>
      </dsp:nvSpPr>
      <dsp:spPr>
        <a:xfrm>
          <a:off x="0" y="970026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Использование методологии</a:t>
          </a:r>
          <a:r>
            <a:rPr lang="ru-RU" sz="1100" i="1" kern="1200"/>
            <a:t> IDEF0</a:t>
          </a:r>
          <a:r>
            <a:rPr lang="ru-RU" sz="1100" kern="1200"/>
            <a:t> для формализации процесса моделирования информационных систем</a:t>
          </a:r>
          <a:endParaRPr lang="en-US" sz="1100" kern="1200"/>
        </a:p>
      </dsp:txBody>
      <dsp:txXfrm>
        <a:off x="0" y="970026"/>
        <a:ext cx="8229600" cy="242403"/>
      </dsp:txXfrm>
    </dsp:sp>
    <dsp:sp modelId="{AAE198BC-A619-4DAF-B399-11CA9B56D922}">
      <dsp:nvSpPr>
        <dsp:cNvPr id="0" name=""/>
        <dsp:cNvSpPr/>
      </dsp:nvSpPr>
      <dsp:spPr>
        <a:xfrm>
          <a:off x="0" y="1212429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F2FCD4-5D15-4818-A620-3CF886CC6C00}">
      <dsp:nvSpPr>
        <dsp:cNvPr id="0" name=""/>
        <dsp:cNvSpPr/>
      </dsp:nvSpPr>
      <dsp:spPr>
        <a:xfrm>
          <a:off x="0" y="1212429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Использование CASE-технологии для автоматизации проектирования информационных систем</a:t>
          </a:r>
          <a:endParaRPr lang="en-US" sz="1100" kern="1200"/>
        </a:p>
      </dsp:txBody>
      <dsp:txXfrm>
        <a:off x="0" y="1212429"/>
        <a:ext cx="8229600" cy="242403"/>
      </dsp:txXfrm>
    </dsp:sp>
    <dsp:sp modelId="{EE389466-D13D-4ACA-A295-8F6C5BBD379F}">
      <dsp:nvSpPr>
        <dsp:cNvPr id="0" name=""/>
        <dsp:cNvSpPr/>
      </dsp:nvSpPr>
      <dsp:spPr>
        <a:xfrm>
          <a:off x="0" y="1454832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CBE050-DF3B-49D5-8B2A-83977328FB22}">
      <dsp:nvSpPr>
        <dsp:cNvPr id="0" name=""/>
        <dsp:cNvSpPr/>
      </dsp:nvSpPr>
      <dsp:spPr>
        <a:xfrm>
          <a:off x="0" y="1454832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Методология </a:t>
          </a:r>
          <a:r>
            <a:rPr lang="en-US" sz="1100" i="1" kern="1200"/>
            <a:t>Unified Process</a:t>
          </a:r>
          <a:endParaRPr lang="en-US" sz="1100" kern="1200"/>
        </a:p>
      </dsp:txBody>
      <dsp:txXfrm>
        <a:off x="0" y="1454832"/>
        <a:ext cx="8229600" cy="242403"/>
      </dsp:txXfrm>
    </dsp:sp>
    <dsp:sp modelId="{3919D814-B1C8-4154-BC0F-895894DDE83A}">
      <dsp:nvSpPr>
        <dsp:cNvPr id="0" name=""/>
        <dsp:cNvSpPr/>
      </dsp:nvSpPr>
      <dsp:spPr>
        <a:xfrm>
          <a:off x="0" y="1697235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D3276E-C583-4EEB-9191-FF575FFCF2C8}">
      <dsp:nvSpPr>
        <dsp:cNvPr id="0" name=""/>
        <dsp:cNvSpPr/>
      </dsp:nvSpPr>
      <dsp:spPr>
        <a:xfrm>
          <a:off x="0" y="1697236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Процессная технология </a:t>
          </a:r>
          <a:r>
            <a:rPr lang="en-US" sz="1100" i="1" kern="1200"/>
            <a:t>Rational Unified Process</a:t>
          </a:r>
          <a:endParaRPr lang="en-US" sz="1100" kern="1200"/>
        </a:p>
      </dsp:txBody>
      <dsp:txXfrm>
        <a:off x="0" y="1697236"/>
        <a:ext cx="8229600" cy="242403"/>
      </dsp:txXfrm>
    </dsp:sp>
    <dsp:sp modelId="{6B864FC8-3449-4DDA-89E1-F4F4432E4230}">
      <dsp:nvSpPr>
        <dsp:cNvPr id="0" name=""/>
        <dsp:cNvSpPr/>
      </dsp:nvSpPr>
      <dsp:spPr>
        <a:xfrm>
          <a:off x="0" y="1939639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951308D-F9A8-4589-A4E5-F1DDFFED377E}">
      <dsp:nvSpPr>
        <dsp:cNvPr id="0" name=""/>
        <dsp:cNvSpPr/>
      </dsp:nvSpPr>
      <dsp:spPr>
        <a:xfrm>
          <a:off x="0" y="1939639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Процессная технология </a:t>
          </a:r>
          <a:r>
            <a:rPr lang="ru-RU" sz="1100" i="1" kern="1200"/>
            <a:t>Open UP</a:t>
          </a:r>
          <a:endParaRPr lang="en-US" sz="1100" kern="1200"/>
        </a:p>
      </dsp:txBody>
      <dsp:txXfrm>
        <a:off x="0" y="1939639"/>
        <a:ext cx="8229600" cy="242403"/>
      </dsp:txXfrm>
    </dsp:sp>
    <dsp:sp modelId="{1C99FC4A-20C7-4C39-A822-16EA75113C21}">
      <dsp:nvSpPr>
        <dsp:cNvPr id="0" name=""/>
        <dsp:cNvSpPr/>
      </dsp:nvSpPr>
      <dsp:spPr>
        <a:xfrm>
          <a:off x="0" y="2182042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A2BAEC2-81C3-4473-95B9-D58FD7DE4CD3}">
      <dsp:nvSpPr>
        <dsp:cNvPr id="0" name=""/>
        <dsp:cNvSpPr/>
      </dsp:nvSpPr>
      <dsp:spPr>
        <a:xfrm>
          <a:off x="0" y="2182042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Методология </a:t>
          </a:r>
          <a:r>
            <a:rPr lang="en-US" sz="1100" i="1" kern="1200"/>
            <a:t>Rapid Application Development</a:t>
          </a:r>
          <a:endParaRPr lang="en-US" sz="1100" kern="1200"/>
        </a:p>
      </dsp:txBody>
      <dsp:txXfrm>
        <a:off x="0" y="2182042"/>
        <a:ext cx="8229600" cy="242403"/>
      </dsp:txXfrm>
    </dsp:sp>
    <dsp:sp modelId="{A50158DD-E53D-4797-93C7-9175C74BE7BF}">
      <dsp:nvSpPr>
        <dsp:cNvPr id="0" name=""/>
        <dsp:cNvSpPr/>
      </dsp:nvSpPr>
      <dsp:spPr>
        <a:xfrm>
          <a:off x="0" y="2424445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0B3EBD-B5B7-4D5E-AE82-B163313BFB13}">
      <dsp:nvSpPr>
        <dsp:cNvPr id="0" name=""/>
        <dsp:cNvSpPr/>
      </dsp:nvSpPr>
      <dsp:spPr>
        <a:xfrm>
          <a:off x="0" y="2424445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Технологические решения управления ИТ-инфраструктурой</a:t>
          </a:r>
          <a:endParaRPr lang="en-US" sz="1100" kern="1200"/>
        </a:p>
      </dsp:txBody>
      <dsp:txXfrm>
        <a:off x="0" y="2424445"/>
        <a:ext cx="8229600" cy="242403"/>
      </dsp:txXfrm>
    </dsp:sp>
    <dsp:sp modelId="{45073A7A-E9E3-4128-B30D-323F9D0670D5}">
      <dsp:nvSpPr>
        <dsp:cNvPr id="0" name=""/>
        <dsp:cNvSpPr/>
      </dsp:nvSpPr>
      <dsp:spPr>
        <a:xfrm>
          <a:off x="0" y="2666848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0B9BDF-67A9-41ED-9B7B-94C5841BCC40}">
      <dsp:nvSpPr>
        <dsp:cNvPr id="0" name=""/>
        <dsp:cNvSpPr/>
      </dsp:nvSpPr>
      <dsp:spPr>
        <a:xfrm>
          <a:off x="0" y="2666848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Модель управления информационными системами </a:t>
          </a:r>
          <a:r>
            <a:rPr lang="ru-RU" sz="1100" i="1" kern="1200"/>
            <a:t>ITSM</a:t>
          </a:r>
          <a:endParaRPr lang="en-US" sz="1100" kern="1200"/>
        </a:p>
      </dsp:txBody>
      <dsp:txXfrm>
        <a:off x="0" y="2666848"/>
        <a:ext cx="8229600" cy="242403"/>
      </dsp:txXfrm>
    </dsp:sp>
    <dsp:sp modelId="{4F263AB3-819B-4BA8-B4C9-D73D49EFAF1D}">
      <dsp:nvSpPr>
        <dsp:cNvPr id="0" name=""/>
        <dsp:cNvSpPr/>
      </dsp:nvSpPr>
      <dsp:spPr>
        <a:xfrm>
          <a:off x="0" y="2909251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252A81E-3F44-4564-8728-0BA39B6B9507}">
      <dsp:nvSpPr>
        <dsp:cNvPr id="0" name=""/>
        <dsp:cNvSpPr/>
      </dsp:nvSpPr>
      <dsp:spPr>
        <a:xfrm>
          <a:off x="0" y="2909251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Модель процессов </a:t>
          </a:r>
          <a:r>
            <a:rPr lang="ru-RU" sz="1100" i="1" kern="1200"/>
            <a:t>MOF</a:t>
          </a:r>
          <a:r>
            <a:rPr lang="ru-RU" sz="1100" kern="1200"/>
            <a:t> для управления обслуживанием информационных систем</a:t>
          </a:r>
          <a:endParaRPr lang="en-US" sz="1100" kern="1200"/>
        </a:p>
      </dsp:txBody>
      <dsp:txXfrm>
        <a:off x="0" y="2909251"/>
        <a:ext cx="8229600" cy="242403"/>
      </dsp:txXfrm>
    </dsp:sp>
    <dsp:sp modelId="{E6DC45DE-D560-4EA7-B2C9-937100191752}">
      <dsp:nvSpPr>
        <dsp:cNvPr id="0" name=""/>
        <dsp:cNvSpPr/>
      </dsp:nvSpPr>
      <dsp:spPr>
        <a:xfrm>
          <a:off x="0" y="3151654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CA6CA0-D07A-4C34-967D-96BE4CCA0952}">
      <dsp:nvSpPr>
        <dsp:cNvPr id="0" name=""/>
        <dsp:cNvSpPr/>
      </dsp:nvSpPr>
      <dsp:spPr>
        <a:xfrm>
          <a:off x="0" y="3151654"/>
          <a:ext cx="8229600" cy="2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Модели управления качеством информационных услуг</a:t>
          </a:r>
          <a:endParaRPr lang="en-US" sz="1100" kern="1200"/>
        </a:p>
      </dsp:txBody>
      <dsp:txXfrm>
        <a:off x="0" y="3151654"/>
        <a:ext cx="8229600" cy="242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65766" y="516857"/>
            <a:ext cx="6372708" cy="1102519"/>
          </a:xfrm>
        </p:spPr>
        <p:txBody>
          <a:bodyPr/>
          <a:lstStyle>
            <a:lvl1pPr>
              <a:defRPr>
                <a:solidFill>
                  <a:srgbClr val="2D3588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65766" y="2914650"/>
            <a:ext cx="6372708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387FA8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2865267" y="4767267"/>
            <a:ext cx="2133600" cy="273844"/>
          </a:xfrm>
        </p:spPr>
        <p:txBody>
          <a:bodyPr/>
          <a:lstStyle/>
          <a:p>
            <a:fld id="{A96E3A67-1329-4970-AF3F-3986350B0A7B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112060" y="4770861"/>
            <a:ext cx="2311896" cy="27384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650342" y="4767267"/>
            <a:ext cx="1036458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E2DB5A5-7FF6-4988-A7FD-0023ED0356F9}"/>
              </a:ext>
            </a:extLst>
          </p:cNvPr>
          <p:cNvSpPr/>
          <p:nvPr userDrawn="1"/>
        </p:nvSpPr>
        <p:spPr>
          <a:xfrm rot="10800000" flipV="1">
            <a:off x="0" y="608"/>
            <a:ext cx="2133600" cy="5143500"/>
          </a:xfrm>
          <a:prstGeom prst="rect">
            <a:avLst/>
          </a:prstGeom>
          <a:gradFill flip="none" rotWithShape="1">
            <a:gsLst>
              <a:gs pos="0">
                <a:srgbClr val="91BE35"/>
              </a:gs>
              <a:gs pos="46000">
                <a:srgbClr val="448AA3"/>
              </a:gs>
              <a:gs pos="68000">
                <a:srgbClr val="2069B1"/>
              </a:gs>
              <a:gs pos="100000">
                <a:srgbClr val="2E338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473900-A08A-4264-BFA6-19480E2615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814030"/>
            <a:ext cx="1052196" cy="9763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DE6CC5-A174-4732-8B8C-B6108ECDC3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751" y="318524"/>
            <a:ext cx="1658182" cy="7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41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0695" y="145306"/>
            <a:ext cx="7441667" cy="655772"/>
          </a:xfrm>
        </p:spPr>
        <p:txBody>
          <a:bodyPr>
            <a:normAutofit/>
          </a:bodyPr>
          <a:lstStyle>
            <a:lvl1pPr algn="l">
              <a:defRPr sz="1800">
                <a:solidFill>
                  <a:srgbClr val="2F195E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70695" y="954406"/>
            <a:ext cx="8536223" cy="364021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70693" y="4767264"/>
            <a:ext cx="2133600" cy="273844"/>
          </a:xfrm>
        </p:spPr>
        <p:txBody>
          <a:bodyPr/>
          <a:lstStyle/>
          <a:p>
            <a:fld id="{38CE367C-3AAA-4392-98BC-8E9817D767FF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91004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73316" y="4767265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53">
            <a:extLst>
              <a:ext uri="{FF2B5EF4-FFF2-40B4-BE49-F238E27FC236}">
                <a16:creationId xmlns:a16="http://schemas.microsoft.com/office/drawing/2014/main" id="{2DF1E4F9-58B5-4F7E-A389-658843C78B50}"/>
              </a:ext>
            </a:extLst>
          </p:cNvPr>
          <p:cNvSpPr/>
          <p:nvPr userDrawn="1"/>
        </p:nvSpPr>
        <p:spPr>
          <a:xfrm>
            <a:off x="142596" y="203158"/>
            <a:ext cx="112348" cy="540060"/>
          </a:xfrm>
          <a:prstGeom prst="chevron">
            <a:avLst>
              <a:gd name="adj" fmla="val 73404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8" name="Половина рамки 7">
            <a:extLst>
              <a:ext uri="{FF2B5EF4-FFF2-40B4-BE49-F238E27FC236}">
                <a16:creationId xmlns:a16="http://schemas.microsoft.com/office/drawing/2014/main" id="{2BF3DC61-5F38-4198-83B2-7D0F358795A4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pic>
        <p:nvPicPr>
          <p:cNvPr id="9" name="Рисунок 8" descr="иктиб презентация 2 СЛАЙД-02.jpg">
            <a:extLst>
              <a:ext uri="{FF2B5EF4-FFF2-40B4-BE49-F238E27FC236}">
                <a16:creationId xmlns:a16="http://schemas.microsoft.com/office/drawing/2014/main" id="{94F5FF42-8D82-428C-9B4E-498E1E526E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5774" y="150953"/>
            <a:ext cx="270030" cy="64447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счетчик&#10;&#10;Автоматически созданное описание">
            <a:extLst>
              <a:ext uri="{FF2B5EF4-FFF2-40B4-BE49-F238E27FC236}">
                <a16:creationId xmlns:a16="http://schemas.microsoft.com/office/drawing/2014/main" id="{889B8CCE-ED89-4F84-A1A8-B7E3689EBF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8414" y="193863"/>
            <a:ext cx="608502" cy="55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7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2616771"/>
            <a:ext cx="7772400" cy="1791183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3038" b="1" cap="none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131197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Половина рамки 6">
            <a:extLst>
              <a:ext uri="{FF2B5EF4-FFF2-40B4-BE49-F238E27FC236}">
                <a16:creationId xmlns:a16="http://schemas.microsoft.com/office/drawing/2014/main" id="{F1C2650A-52E5-4933-A8CA-F09035018E84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84DF87AF-A91A-43E5-935F-B6FBE2CA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693" y="4767264"/>
            <a:ext cx="2133600" cy="273844"/>
          </a:xfrm>
        </p:spPr>
        <p:txBody>
          <a:bodyPr/>
          <a:lstStyle/>
          <a:p>
            <a:fld id="{38CE367C-3AAA-4392-98BC-8E9817D767FF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F876E9BB-5D19-442D-B052-BF153622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1004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C694CF1F-59A5-40E9-859A-B93E6022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316" y="4767265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953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70695" y="997316"/>
            <a:ext cx="4125107" cy="3597308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997316"/>
            <a:ext cx="4258716" cy="3597308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ашивка 53">
            <a:extLst>
              <a:ext uri="{FF2B5EF4-FFF2-40B4-BE49-F238E27FC236}">
                <a16:creationId xmlns:a16="http://schemas.microsoft.com/office/drawing/2014/main" id="{3ACA853D-6EAA-48BB-A2D3-6E4B1ABCCBE1}"/>
              </a:ext>
            </a:extLst>
          </p:cNvPr>
          <p:cNvSpPr/>
          <p:nvPr userDrawn="1"/>
        </p:nvSpPr>
        <p:spPr>
          <a:xfrm>
            <a:off x="142596" y="203158"/>
            <a:ext cx="112348" cy="540060"/>
          </a:xfrm>
          <a:prstGeom prst="chevron">
            <a:avLst>
              <a:gd name="adj" fmla="val 73404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9" name="Половина рамки 8">
            <a:extLst>
              <a:ext uri="{FF2B5EF4-FFF2-40B4-BE49-F238E27FC236}">
                <a16:creationId xmlns:a16="http://schemas.microsoft.com/office/drawing/2014/main" id="{43033968-8F2D-4418-B9AA-794F3C80C669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pic>
        <p:nvPicPr>
          <p:cNvPr id="10" name="Рисунок 9" descr="иктиб презентация 2 СЛАЙД-02.jpg">
            <a:extLst>
              <a:ext uri="{FF2B5EF4-FFF2-40B4-BE49-F238E27FC236}">
                <a16:creationId xmlns:a16="http://schemas.microsoft.com/office/drawing/2014/main" id="{C8AC36CC-EC05-4105-B265-D31B329C48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5774" y="150953"/>
            <a:ext cx="270030" cy="64447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четчик&#10;&#10;Автоматически созданное описание">
            <a:extLst>
              <a:ext uri="{FF2B5EF4-FFF2-40B4-BE49-F238E27FC236}">
                <a16:creationId xmlns:a16="http://schemas.microsoft.com/office/drawing/2014/main" id="{183BD836-8036-439A-B1BF-429E34E983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8414" y="193863"/>
            <a:ext cx="608502" cy="558659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32E45F9-4790-472A-9722-B0DC930E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5" y="145306"/>
            <a:ext cx="7441667" cy="655772"/>
          </a:xfrm>
        </p:spPr>
        <p:txBody>
          <a:bodyPr>
            <a:normAutofit/>
          </a:bodyPr>
          <a:lstStyle>
            <a:lvl1pPr algn="l">
              <a:defRPr sz="1800">
                <a:solidFill>
                  <a:srgbClr val="2F195E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3" name="Дата 3">
            <a:extLst>
              <a:ext uri="{FF2B5EF4-FFF2-40B4-BE49-F238E27FC236}">
                <a16:creationId xmlns:a16="http://schemas.microsoft.com/office/drawing/2014/main" id="{963C474E-9D5A-44D0-AFFF-51EAD440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693" y="4767264"/>
            <a:ext cx="2133600" cy="273844"/>
          </a:xfrm>
        </p:spPr>
        <p:txBody>
          <a:bodyPr/>
          <a:lstStyle/>
          <a:p>
            <a:fld id="{38CE367C-3AAA-4392-98BC-8E9817D767FF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14" name="Нижний колонтитул 4">
            <a:extLst>
              <a:ext uri="{FF2B5EF4-FFF2-40B4-BE49-F238E27FC236}">
                <a16:creationId xmlns:a16="http://schemas.microsoft.com/office/drawing/2014/main" id="{B00F235B-82F3-4FB1-B99C-E8D68545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1004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1999387B-9157-478E-B396-87150199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316" y="4767265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847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70694" y="997315"/>
            <a:ext cx="4126695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370694" y="1477141"/>
            <a:ext cx="4126695" cy="3117485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997315"/>
            <a:ext cx="4261890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77141"/>
            <a:ext cx="4261890" cy="3117485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3" name="Нашивка 53">
            <a:extLst>
              <a:ext uri="{FF2B5EF4-FFF2-40B4-BE49-F238E27FC236}">
                <a16:creationId xmlns:a16="http://schemas.microsoft.com/office/drawing/2014/main" id="{654B7B89-B1FB-477F-A862-4EE2CAD0D9EC}"/>
              </a:ext>
            </a:extLst>
          </p:cNvPr>
          <p:cNvSpPr/>
          <p:nvPr userDrawn="1"/>
        </p:nvSpPr>
        <p:spPr>
          <a:xfrm>
            <a:off x="142596" y="203158"/>
            <a:ext cx="112348" cy="540060"/>
          </a:xfrm>
          <a:prstGeom prst="chevron">
            <a:avLst>
              <a:gd name="adj" fmla="val 73404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14" name="Половина рамки 13">
            <a:extLst>
              <a:ext uri="{FF2B5EF4-FFF2-40B4-BE49-F238E27FC236}">
                <a16:creationId xmlns:a16="http://schemas.microsoft.com/office/drawing/2014/main" id="{7A2F9163-67D3-4422-B788-C36F6D2FAE7C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pic>
        <p:nvPicPr>
          <p:cNvPr id="15" name="Рисунок 14" descr="иктиб презентация 2 СЛАЙД-02.jpg">
            <a:extLst>
              <a:ext uri="{FF2B5EF4-FFF2-40B4-BE49-F238E27FC236}">
                <a16:creationId xmlns:a16="http://schemas.microsoft.com/office/drawing/2014/main" id="{EFD6E133-A6C5-4548-99AB-DB651D7FAF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5774" y="150953"/>
            <a:ext cx="270030" cy="644479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четчик&#10;&#10;Автоматически созданное описание">
            <a:extLst>
              <a:ext uri="{FF2B5EF4-FFF2-40B4-BE49-F238E27FC236}">
                <a16:creationId xmlns:a16="http://schemas.microsoft.com/office/drawing/2014/main" id="{355C2536-0C43-4417-BDAD-93C0EE5B41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8414" y="193863"/>
            <a:ext cx="608502" cy="558659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0D056A40-5206-418F-83A9-AFEAEAAC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5" y="145306"/>
            <a:ext cx="7441667" cy="655772"/>
          </a:xfrm>
        </p:spPr>
        <p:txBody>
          <a:bodyPr>
            <a:normAutofit/>
          </a:bodyPr>
          <a:lstStyle>
            <a:lvl1pPr algn="l">
              <a:defRPr sz="1800">
                <a:solidFill>
                  <a:srgbClr val="2F195E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8" name="Дата 3">
            <a:extLst>
              <a:ext uri="{FF2B5EF4-FFF2-40B4-BE49-F238E27FC236}">
                <a16:creationId xmlns:a16="http://schemas.microsoft.com/office/drawing/2014/main" id="{5B2DCD84-3B5A-4118-95FE-A47DE86D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693" y="4767264"/>
            <a:ext cx="2133600" cy="273844"/>
          </a:xfrm>
        </p:spPr>
        <p:txBody>
          <a:bodyPr/>
          <a:lstStyle/>
          <a:p>
            <a:fld id="{38CE367C-3AAA-4392-98BC-8E9817D767FF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19" name="Нижний колонтитул 4">
            <a:extLst>
              <a:ext uri="{FF2B5EF4-FFF2-40B4-BE49-F238E27FC236}">
                <a16:creationId xmlns:a16="http://schemas.microsoft.com/office/drawing/2014/main" id="{7D485B18-9A52-4887-9273-7A4317D8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1004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34A0954E-7426-4665-BD28-F4050C23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316" y="4767265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844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ашивка 53">
            <a:extLst>
              <a:ext uri="{FF2B5EF4-FFF2-40B4-BE49-F238E27FC236}">
                <a16:creationId xmlns:a16="http://schemas.microsoft.com/office/drawing/2014/main" id="{74A59F8A-EC75-489C-A68F-5F69E7626713}"/>
              </a:ext>
            </a:extLst>
          </p:cNvPr>
          <p:cNvSpPr/>
          <p:nvPr userDrawn="1"/>
        </p:nvSpPr>
        <p:spPr>
          <a:xfrm>
            <a:off x="142596" y="203158"/>
            <a:ext cx="112348" cy="540060"/>
          </a:xfrm>
          <a:prstGeom prst="chevron">
            <a:avLst>
              <a:gd name="adj" fmla="val 73404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10" name="Половина рамки 9">
            <a:extLst>
              <a:ext uri="{FF2B5EF4-FFF2-40B4-BE49-F238E27FC236}">
                <a16:creationId xmlns:a16="http://schemas.microsoft.com/office/drawing/2014/main" id="{CFE08856-0084-487B-A6F4-E169DB1004F7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pic>
        <p:nvPicPr>
          <p:cNvPr id="11" name="Рисунок 10" descr="иктиб презентация 2 СЛАЙД-02.jpg">
            <a:extLst>
              <a:ext uri="{FF2B5EF4-FFF2-40B4-BE49-F238E27FC236}">
                <a16:creationId xmlns:a16="http://schemas.microsoft.com/office/drawing/2014/main" id="{0FA8A71E-77A6-4E5E-B52E-55BCE57B37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5774" y="150953"/>
            <a:ext cx="270030" cy="64447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четчик&#10;&#10;Автоматически созданное описание">
            <a:extLst>
              <a:ext uri="{FF2B5EF4-FFF2-40B4-BE49-F238E27FC236}">
                <a16:creationId xmlns:a16="http://schemas.microsoft.com/office/drawing/2014/main" id="{BC35EE28-6CC7-41BB-A18C-1B12526CB9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8414" y="193863"/>
            <a:ext cx="608502" cy="558659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31AEE5F-D323-4B62-B9B0-4E4733D8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5" y="145306"/>
            <a:ext cx="7441667" cy="655772"/>
          </a:xfrm>
        </p:spPr>
        <p:txBody>
          <a:bodyPr>
            <a:normAutofit/>
          </a:bodyPr>
          <a:lstStyle>
            <a:lvl1pPr algn="l">
              <a:defRPr sz="1800">
                <a:solidFill>
                  <a:srgbClr val="2F195E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7A80361F-4239-43E6-99EE-2BD74176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693" y="4767264"/>
            <a:ext cx="2133600" cy="273844"/>
          </a:xfrm>
        </p:spPr>
        <p:txBody>
          <a:bodyPr/>
          <a:lstStyle/>
          <a:p>
            <a:fld id="{38CE367C-3AAA-4392-98BC-8E9817D767FF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8B9FC807-4C4C-409F-B51F-4349B2B5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1004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13B479FC-055D-46EE-9CEA-6EF3137C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316" y="4767265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5801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овина рамки 4">
            <a:extLst>
              <a:ext uri="{FF2B5EF4-FFF2-40B4-BE49-F238E27FC236}">
                <a16:creationId xmlns:a16="http://schemas.microsoft.com/office/drawing/2014/main" id="{ADE25482-9755-41A7-AA59-0A9C02D73D09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6" name="Дата 3">
            <a:extLst>
              <a:ext uri="{FF2B5EF4-FFF2-40B4-BE49-F238E27FC236}">
                <a16:creationId xmlns:a16="http://schemas.microsoft.com/office/drawing/2014/main" id="{F699CBA9-AF57-4632-AE67-619958D9F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693" y="4767264"/>
            <a:ext cx="2133600" cy="273844"/>
          </a:xfrm>
        </p:spPr>
        <p:txBody>
          <a:bodyPr/>
          <a:lstStyle/>
          <a:p>
            <a:fld id="{38CE367C-3AAA-4392-98BC-8E9817D767FF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0FF0757F-D440-48A9-9B46-E69E528E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1004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36EEEB5-2D95-4B88-9707-4EC90DD0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316" y="4767265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252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5E36-9A32-4C72-8A52-3E8B055D49B1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оловина рамки 7">
            <a:extLst>
              <a:ext uri="{FF2B5EF4-FFF2-40B4-BE49-F238E27FC236}">
                <a16:creationId xmlns:a16="http://schemas.microsoft.com/office/drawing/2014/main" id="{0ECC8BD3-E225-4AF8-A290-636418AE5145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04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73C05-5AC4-485B-B5FD-D249DF4C5A92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оловина рамки 7">
            <a:extLst>
              <a:ext uri="{FF2B5EF4-FFF2-40B4-BE49-F238E27FC236}">
                <a16:creationId xmlns:a16="http://schemas.microsoft.com/office/drawing/2014/main" id="{446E5B33-A0EB-4FFF-93CE-8534F9870F7D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83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70695" y="997316"/>
            <a:ext cx="8536223" cy="359730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4">
            <a:extLst>
              <a:ext uri="{FF2B5EF4-FFF2-40B4-BE49-F238E27FC236}">
                <a16:creationId xmlns:a16="http://schemas.microsoft.com/office/drawing/2014/main" id="{C1DE9387-7153-4D67-ADFA-7713BDE8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693" y="4758392"/>
            <a:ext cx="2133600" cy="273844"/>
          </a:xfrm>
        </p:spPr>
        <p:txBody>
          <a:bodyPr/>
          <a:lstStyle/>
          <a:p>
            <a:fld id="{990A60D0-A090-49BC-8682-91A14547B9A5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8" name="Нижний колонтитул 5">
            <a:extLst>
              <a:ext uri="{FF2B5EF4-FFF2-40B4-BE49-F238E27FC236}">
                <a16:creationId xmlns:a16="http://schemas.microsoft.com/office/drawing/2014/main" id="{0E0080E7-B397-44A4-9E9F-1D88DEF5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3126" y="4767267"/>
            <a:ext cx="2895600" cy="273844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6">
            <a:extLst>
              <a:ext uri="{FF2B5EF4-FFF2-40B4-BE49-F238E27FC236}">
                <a16:creationId xmlns:a16="http://schemas.microsoft.com/office/drawing/2014/main" id="{CE9F5759-862C-45D8-A538-067081BC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7558" y="4767267"/>
            <a:ext cx="2133600" cy="273844"/>
          </a:xfrm>
        </p:spPr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ашивка 53">
            <a:extLst>
              <a:ext uri="{FF2B5EF4-FFF2-40B4-BE49-F238E27FC236}">
                <a16:creationId xmlns:a16="http://schemas.microsoft.com/office/drawing/2014/main" id="{79740067-FEA0-4E75-898D-1C6D1296A46A}"/>
              </a:ext>
            </a:extLst>
          </p:cNvPr>
          <p:cNvSpPr/>
          <p:nvPr userDrawn="1"/>
        </p:nvSpPr>
        <p:spPr>
          <a:xfrm>
            <a:off x="142596" y="203158"/>
            <a:ext cx="112348" cy="540060"/>
          </a:xfrm>
          <a:prstGeom prst="chevron">
            <a:avLst>
              <a:gd name="adj" fmla="val 73404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sp>
        <p:nvSpPr>
          <p:cNvPr id="11" name="Половина рамки 10">
            <a:extLst>
              <a:ext uri="{FF2B5EF4-FFF2-40B4-BE49-F238E27FC236}">
                <a16:creationId xmlns:a16="http://schemas.microsoft.com/office/drawing/2014/main" id="{48B0ABC1-E87D-4A2D-B9E1-0A57541E6006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  <p:pic>
        <p:nvPicPr>
          <p:cNvPr id="12" name="Рисунок 11" descr="иктиб презентация 2 СЛАЙД-02.jpg">
            <a:extLst>
              <a:ext uri="{FF2B5EF4-FFF2-40B4-BE49-F238E27FC236}">
                <a16:creationId xmlns:a16="http://schemas.microsoft.com/office/drawing/2014/main" id="{08DB8125-0B71-4718-9BD8-D99871888F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5774" y="150953"/>
            <a:ext cx="270030" cy="64447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четчик&#10;&#10;Автоматически созданное описание">
            <a:extLst>
              <a:ext uri="{FF2B5EF4-FFF2-40B4-BE49-F238E27FC236}">
                <a16:creationId xmlns:a16="http://schemas.microsoft.com/office/drawing/2014/main" id="{71706A0F-0112-4AD0-9CA0-4714F3A7C8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8414" y="193863"/>
            <a:ext cx="608502" cy="558659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8BBAE5FE-4B0B-4894-9482-F3BACFE1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5" y="145306"/>
            <a:ext cx="7441667" cy="655772"/>
          </a:xfrm>
        </p:spPr>
        <p:txBody>
          <a:bodyPr>
            <a:normAutofit/>
          </a:bodyPr>
          <a:lstStyle>
            <a:lvl1pPr algn="l">
              <a:defRPr sz="1800">
                <a:solidFill>
                  <a:srgbClr val="2F195E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88565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AF4A-B6CA-4A08-A3B7-80AAA3294BF8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оловина рамки 6">
            <a:extLst>
              <a:ext uri="{FF2B5EF4-FFF2-40B4-BE49-F238E27FC236}">
                <a16:creationId xmlns:a16="http://schemas.microsoft.com/office/drawing/2014/main" id="{B7049F8D-E31B-46F4-B447-45DA31B0B80B}"/>
              </a:ext>
            </a:extLst>
          </p:cNvPr>
          <p:cNvSpPr/>
          <p:nvPr userDrawn="1"/>
        </p:nvSpPr>
        <p:spPr>
          <a:xfrm>
            <a:off x="2" y="-2381"/>
            <a:ext cx="9594559" cy="4410335"/>
          </a:xfrm>
          <a:prstGeom prst="halfFrame">
            <a:avLst>
              <a:gd name="adj1" fmla="val 1323"/>
              <a:gd name="adj2" fmla="val 1179"/>
            </a:avLst>
          </a:prstGeom>
          <a:gradFill>
            <a:gsLst>
              <a:gs pos="0">
                <a:srgbClr val="96CC34"/>
              </a:gs>
              <a:gs pos="100000">
                <a:srgbClr val="2A055B"/>
              </a:gs>
              <a:gs pos="35000">
                <a:srgbClr val="52B277"/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32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083A-A555-41BC-B9DF-6779C99026F9}" type="datetimeFigureOut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8A4EC-9F22-461F-AD0B-DEA0355F7A2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89AB9-FE61-40F6-83A3-2359B81E05DE}" type="datetime1">
              <a:rPr lang="ru-RU" smtClean="0"/>
              <a:pPr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304A-9F6B-422B-83C1-DE52774CBE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13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514350" rtl="0" eaLnBrk="1" latinLnBrk="0" hangingPunct="1">
        <a:spcBef>
          <a:spcPct val="0"/>
        </a:spcBef>
        <a:buNone/>
        <a:defRPr sz="1800" kern="1200">
          <a:solidFill>
            <a:srgbClr val="2A055B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rgbClr val="1A5997"/>
          </a:solidFill>
          <a:latin typeface="+mn-lt"/>
          <a:ea typeface="+mn-ea"/>
          <a:cs typeface="+mn-cs"/>
        </a:defRPr>
      </a:lvl1pPr>
      <a:lvl2pPr marL="417910" indent="-160735" algn="l" defTabSz="514350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rgbClr val="1A5997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rgbClr val="1A5997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rgbClr val="1A5997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rgbClr val="1A5997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8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team/19%3AumBqSjgbkZhmGBLu9uXLMvnZQufaRjdkQwc4km8pzZQ1%40thread.tacv2/conversations?groupId=88dca687-0bf9-4aff-8b8a-7da48a367989&amp;tenantId=19ba435d-e46c-436a-84f2-1b01e693e480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XKFVzeJ9Eo6NsjsbSL2KX5WuzWgbTIcdnKsLT8ODMOw/edit?gid=0#gid=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83768" y="1739320"/>
            <a:ext cx="6536972" cy="1860266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ПРОЕКТИРОВАНИЕ И УПРАВЛЕНИЕ ИС</a:t>
            </a:r>
            <a:b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 КУРСЕ…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53513" y="4403512"/>
            <a:ext cx="3349156" cy="547699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</a:pPr>
            <a:r>
              <a:rPr lang="ru-RU" sz="135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Компаниец Виталий Сергеевич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F0A69FA-D853-A682-39BD-734258E24AE7}"/>
              </a:ext>
            </a:extLst>
          </p:cNvPr>
          <p:cNvSpPr txBox="1">
            <a:spLocks/>
          </p:cNvSpPr>
          <p:nvPr/>
        </p:nvSpPr>
        <p:spPr>
          <a:xfrm>
            <a:off x="2365696" y="2963094"/>
            <a:ext cx="6536972" cy="81163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1A5997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rgbClr val="1A5997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rgbClr val="1A5997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rgbClr val="1A5997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rgbClr val="1A5997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514350">
              <a:buNone/>
            </a:pPr>
            <a:endParaRPr lang="ru-RU" sz="15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96798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1901439"/>
              </p:ext>
            </p:extLst>
          </p:nvPr>
        </p:nvGraphicFramePr>
        <p:xfrm>
          <a:off x="0" y="0"/>
          <a:ext cx="9120851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ПК-4. Способен проектировать системы хранения и обработки больших объемов данных, учитывая специфику предметной области, а также эффективно пользоваться данными системами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ОПК-7. Способен использовать методы научных исследований и математического моделирования в области проектирования и управления информационными системами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ПК-4.1. 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Умеет проектировать архитектуру баз данных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ОПК-7.2. Проектирует и управляет информационными системами, в том числе с применением методов математического моделирования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65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200" u="sng" dirty="0"/>
                        <a:t>Знания</a:t>
                      </a:r>
                      <a:r>
                        <a:rPr lang="ru-RU" sz="1200" dirty="0"/>
                        <a:t>: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  <a:tabLst>
                          <a:tab pos="629920" algn="l"/>
                        </a:tabLst>
                      </a:pPr>
                      <a:r>
                        <a:rPr lang="ru-RU" sz="1200" dirty="0"/>
                        <a:t>актуальных проблем разработки сложных программных систем;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  <a:tabLst>
                          <a:tab pos="629920" algn="l"/>
                        </a:tabLst>
                      </a:pPr>
                      <a:r>
                        <a:rPr lang="ru-RU" sz="1200" dirty="0"/>
                        <a:t>методологии ведения программных проектов: структурного, функционального, объектно-ориентированного и унифицированного моделирования; 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  <a:tabLst>
                          <a:tab pos="629920" algn="l"/>
                        </a:tabLst>
                      </a:pPr>
                      <a:r>
                        <a:rPr lang="ru-RU" sz="1200" dirty="0"/>
                        <a:t>основ проектирования и управления информационными системами;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  <a:tabLst>
                          <a:tab pos="629920" algn="l"/>
                        </a:tabLst>
                      </a:pPr>
                      <a:r>
                        <a:rPr lang="ru-RU" sz="1200" dirty="0"/>
                        <a:t>эволюции моделей жизненного цикла информационных систем и парадигм программирования.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629920" algn="l"/>
                        </a:tabLst>
                      </a:pPr>
                      <a:r>
                        <a:rPr lang="ru-RU" sz="12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Умения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285750" lvl="0" indent="-285750" algn="l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44145" algn="l"/>
                        </a:tabLst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формировать и анализировать модели представления </a:t>
                      </a:r>
                      <a:r>
                        <a:rPr lang="ru-RU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даных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285750" indent="-285750" algn="l" defTabSz="914400" rtl="0" eaLnBrk="1" latinLnBrk="0" hangingPunct="1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определять критерии и метрики оценки результатов моделирования при построении систем искусственного интеллекта в исследуемой области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ru-RU" sz="1200" u="sng" dirty="0"/>
                        <a:t>Навыки</a:t>
                      </a:r>
                      <a:r>
                        <a:rPr lang="ru-RU" sz="1200" dirty="0"/>
                        <a:t>: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  <a:tabLst>
                          <a:tab pos="144145" algn="l"/>
                        </a:tabLst>
                      </a:pPr>
                      <a:r>
                        <a:rPr lang="ru-RU" sz="1200" dirty="0"/>
                        <a:t>структурного, функционального, объектно-ориентированного и унифицированного моделирования;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ru-RU" sz="1200" dirty="0"/>
                        <a:t>проектирования процессов и практик методологии</a:t>
                      </a:r>
                      <a:r>
                        <a:rPr lang="en-US" sz="1200" dirty="0"/>
                        <a:t> Rapid Application Development, Unified Process, </a:t>
                      </a:r>
                      <a:r>
                        <a:rPr lang="en-US" sz="1200" dirty="0" err="1"/>
                        <a:t>OpenUP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Знания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основы управления ИТ-инфраструктурой, базирующимся на понятии информационного сервиса, моделях управления информационными системами (ITSM), библиотеках ITIL</a:t>
                      </a:r>
                    </a:p>
                    <a:p>
                      <a:pPr marL="0" indent="0" algn="l" defTabSz="914400" rtl="0" eaLnBrk="1" latinLnBrk="0" hangingPunct="1">
                        <a:buFont typeface="Arial" pitchFamily="34" charset="0"/>
                        <a:buNone/>
                      </a:pPr>
                      <a:r>
                        <a:rPr lang="ru-RU" sz="12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Умения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применять критерии и метрики оценки результатов моделирования при построении информационных систем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ru-RU" sz="12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Навыки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управления информационными системами с применением методов математического моделирования</a:t>
                      </a:r>
                      <a:endParaRPr lang="ru-RU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08844"/>
            <a:ext cx="7772400" cy="1021556"/>
          </a:xfrm>
        </p:spPr>
        <p:txBody>
          <a:bodyPr anchor="t">
            <a:normAutofit/>
          </a:bodyPr>
          <a:lstStyle/>
          <a:p>
            <a:r>
              <a:rPr lang="ru-RU" sz="2400" dirty="0"/>
              <a:t>Цель дисциплины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type="body" idx="1"/>
          </p:nvPr>
        </p:nvSpPr>
        <p:spPr>
          <a:xfrm>
            <a:off x="722313" y="1419622"/>
            <a:ext cx="7772400" cy="188555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>
                <a:solidFill>
                  <a:schemeClr val="tx1"/>
                </a:solidFill>
              </a:rPr>
              <a:t>Формирование практических навыков в области проектирования и управления информационными системами, использования инструментальных средств для создания и адаптации финтех-систем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1D7F-4D2B-2890-CEDE-765465BE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0E122-6C55-2B3F-100C-BB5A4276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b="1" dirty="0"/>
              <a:t>ЗАДАЧИ ОСВОЕНИЯ ДИСЦИПЛИНЫ</a:t>
            </a:r>
            <a:br>
              <a:rPr lang="ru-RU" sz="2400" dirty="0"/>
            </a:br>
            <a:endParaRPr lang="ru-RU" sz="2400" dirty="0"/>
          </a:p>
        </p:txBody>
      </p:sp>
      <p:graphicFrame>
        <p:nvGraphicFramePr>
          <p:cNvPr id="5" name="Содержимое 2">
            <a:extLst>
              <a:ext uri="{FF2B5EF4-FFF2-40B4-BE49-F238E27FC236}">
                <a16:creationId xmlns:a16="http://schemas.microsoft.com/office/drawing/2014/main" id="{6A569147-F9F3-3813-C8FB-542A766AF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83682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666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>
            <a:normAutofit/>
          </a:bodyPr>
          <a:lstStyle/>
          <a:p>
            <a:r>
              <a:rPr lang="ru-RU" sz="2400" dirty="0"/>
              <a:t>О КУРСЕ</a:t>
            </a:r>
          </a:p>
        </p:txBody>
      </p:sp>
      <p:graphicFrame>
        <p:nvGraphicFramePr>
          <p:cNvPr id="5" name="Содержимое 2">
            <a:extLst>
              <a:ext uri="{FF2B5EF4-FFF2-40B4-BE49-F238E27FC236}">
                <a16:creationId xmlns:a16="http://schemas.microsoft.com/office/drawing/2014/main" id="{3894DCC1-F77B-426A-5B65-3BD08D300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938472"/>
              </p:ext>
            </p:extLst>
          </p:nvPr>
        </p:nvGraphicFramePr>
        <p:xfrm>
          <a:off x="2987824" y="1347614"/>
          <a:ext cx="5904656" cy="2943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 descr="Женщина, держащий ноутбук">
            <a:extLst>
              <a:ext uri="{FF2B5EF4-FFF2-40B4-BE49-F238E27FC236}">
                <a16:creationId xmlns:a16="http://schemas.microsoft.com/office/drawing/2014/main" id="{A76FDF62-4074-4C8F-5319-277F3B063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9512" y="1635646"/>
            <a:ext cx="2742826" cy="2786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ctr">
            <a:normAutofit/>
          </a:bodyPr>
          <a:lstStyle/>
          <a:p>
            <a:r>
              <a:rPr lang="ru-RU" sz="2400" b="1" dirty="0"/>
              <a:t>ТЕМЫ ЛЕКЦИЙ</a:t>
            </a:r>
          </a:p>
        </p:txBody>
      </p:sp>
      <p:graphicFrame>
        <p:nvGraphicFramePr>
          <p:cNvPr id="7" name="Содержимое 2">
            <a:extLst>
              <a:ext uri="{FF2B5EF4-FFF2-40B4-BE49-F238E27FC236}">
                <a16:creationId xmlns:a16="http://schemas.microsoft.com/office/drawing/2014/main" id="{6DDFD769-BEDE-649F-3A3D-030056EBAD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618697"/>
              </p:ext>
            </p:extLst>
          </p:nvPr>
        </p:nvGraphicFramePr>
        <p:xfrm>
          <a:off x="457200" y="120015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FA09-754F-FCB5-F6FC-91F9134C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59A8C5-67D5-BC1F-7B08-17B07BA17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28"/>
          <a:stretch>
            <a:fillRect/>
          </a:stretch>
        </p:blipFill>
        <p:spPr>
          <a:xfrm>
            <a:off x="179512" y="51470"/>
            <a:ext cx="8496944" cy="4392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5AB4A2-88A4-54A6-E61A-79918D496667}"/>
              </a:ext>
            </a:extLst>
          </p:cNvPr>
          <p:cNvSpPr txBox="1"/>
          <p:nvPr/>
        </p:nvSpPr>
        <p:spPr>
          <a:xfrm>
            <a:off x="6948264" y="4515966"/>
            <a:ext cx="2088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Ссылка на команду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84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25B81B-ACAF-7D50-F8EE-B575CA038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0"/>
            <a:ext cx="775843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b="1" dirty="0"/>
              <a:t>100 БАЛЛОВ: ДОРОЖНАЯ КАРТА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BE4CAC5-549A-AEB1-558B-178898EF5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44585"/>
              </p:ext>
            </p:extLst>
          </p:nvPr>
        </p:nvGraphicFramePr>
        <p:xfrm>
          <a:off x="251520" y="1491630"/>
          <a:ext cx="8712967" cy="143651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096373">
                  <a:extLst>
                    <a:ext uri="{9D8B030D-6E8A-4147-A177-3AD203B41FA5}">
                      <a16:colId xmlns:a16="http://schemas.microsoft.com/office/drawing/2014/main" val="2776433077"/>
                    </a:ext>
                  </a:extLst>
                </a:gridCol>
                <a:gridCol w="1096373">
                  <a:extLst>
                    <a:ext uri="{9D8B030D-6E8A-4147-A177-3AD203B41FA5}">
                      <a16:colId xmlns:a16="http://schemas.microsoft.com/office/drawing/2014/main" val="4147337307"/>
                    </a:ext>
                  </a:extLst>
                </a:gridCol>
                <a:gridCol w="1096373">
                  <a:extLst>
                    <a:ext uri="{9D8B030D-6E8A-4147-A177-3AD203B41FA5}">
                      <a16:colId xmlns:a16="http://schemas.microsoft.com/office/drawing/2014/main" val="1706627174"/>
                    </a:ext>
                  </a:extLst>
                </a:gridCol>
                <a:gridCol w="1096373">
                  <a:extLst>
                    <a:ext uri="{9D8B030D-6E8A-4147-A177-3AD203B41FA5}">
                      <a16:colId xmlns:a16="http://schemas.microsoft.com/office/drawing/2014/main" val="2649372981"/>
                    </a:ext>
                  </a:extLst>
                </a:gridCol>
                <a:gridCol w="1096373">
                  <a:extLst>
                    <a:ext uri="{9D8B030D-6E8A-4147-A177-3AD203B41FA5}">
                      <a16:colId xmlns:a16="http://schemas.microsoft.com/office/drawing/2014/main" val="2497237619"/>
                    </a:ext>
                  </a:extLst>
                </a:gridCol>
                <a:gridCol w="1096373">
                  <a:extLst>
                    <a:ext uri="{9D8B030D-6E8A-4147-A177-3AD203B41FA5}">
                      <a16:colId xmlns:a16="http://schemas.microsoft.com/office/drawing/2014/main" val="1571367837"/>
                    </a:ext>
                  </a:extLst>
                </a:gridCol>
                <a:gridCol w="1096373">
                  <a:extLst>
                    <a:ext uri="{9D8B030D-6E8A-4147-A177-3AD203B41FA5}">
                      <a16:colId xmlns:a16="http://schemas.microsoft.com/office/drawing/2014/main" val="2198297040"/>
                    </a:ext>
                  </a:extLst>
                </a:gridCol>
                <a:gridCol w="1038356">
                  <a:extLst>
                    <a:ext uri="{9D8B030D-6E8A-4147-A177-3AD203B41FA5}">
                      <a16:colId xmlns:a16="http://schemas.microsoft.com/office/drawing/2014/main" val="1330180079"/>
                    </a:ext>
                  </a:extLst>
                </a:gridCol>
              </a:tblGrid>
              <a:tr h="143651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Отчет 1.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Верификация требований к проектируемой ИС (15)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Отчет 2.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Моделирование данных по методологии IDEF0 (10)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Отчет 3.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Процессы и практики в </a:t>
                      </a:r>
                      <a:r>
                        <a:rPr lang="ru-RU" sz="1000" dirty="0" err="1">
                          <a:effectLst/>
                        </a:rPr>
                        <a:t>Agile</a:t>
                      </a:r>
                      <a:r>
                        <a:rPr lang="ru-RU" sz="1000" dirty="0">
                          <a:effectLst/>
                        </a:rPr>
                        <a:t> UP (15)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Отчет 4.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Современные CASE-технологии проектирования ИС (15)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Отчет 5.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Проектируемая ИС в нотации UML (20)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Отчет 6.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Управление ИТ-услугами на основе концепции ITSM (10)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Итоговый тест (15)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 err="1">
                          <a:effectLst/>
                        </a:rPr>
                        <a:t>Дифзачет</a:t>
                      </a:r>
                      <a:r>
                        <a:rPr lang="ru-RU" sz="1200" dirty="0">
                          <a:effectLst/>
                        </a:rPr>
                        <a:t> ∑(100)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4120672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6867B8-B089-0965-CF72-B72D40D0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534"/>
            <a:ext cx="9144000" cy="5026418"/>
          </a:xfrm>
          <a:prstGeom prst="rect">
            <a:avLst/>
          </a:prstGeom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23728" y="27354"/>
            <a:ext cx="8229600" cy="723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hlinkClick r:id="rId3"/>
              </a:rPr>
              <a:t>Таблица с дорожной картой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Презентация на У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99694"/>
      </a:accent1>
      <a:accent2>
        <a:srgbClr val="4F81BD"/>
      </a:accent2>
      <a:accent3>
        <a:srgbClr val="9BBB59"/>
      </a:accent3>
      <a:accent4>
        <a:srgbClr val="8064A2"/>
      </a:accent4>
      <a:accent5>
        <a:srgbClr val="4F81BD"/>
      </a:accent5>
      <a:accent6>
        <a:srgbClr val="F79646"/>
      </a:accent6>
      <a:hlink>
        <a:srgbClr val="0000FF"/>
      </a:hlink>
      <a:folHlink>
        <a:srgbClr val="800080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10653</TotalTime>
  <Words>496</Words>
  <Application>Microsoft Office PowerPoint</Application>
  <PresentationFormat>Экран (16:9)</PresentationFormat>
  <Paragraphs>66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Franklin Gothic Book</vt:lpstr>
      <vt:lpstr>Franklin Gothic Medium</vt:lpstr>
      <vt:lpstr>Тема Office</vt:lpstr>
      <vt:lpstr>1_Тема Office</vt:lpstr>
      <vt:lpstr>ПРОЕКТИРОВАНИЕ И УПРАВЛЕНИЕ ИС   О КУРСЕ…</vt:lpstr>
      <vt:lpstr>Презентация PowerPoint</vt:lpstr>
      <vt:lpstr>Цель дисциплины </vt:lpstr>
      <vt:lpstr>ЗАДАЧИ ОСВОЕНИЯ ДИСЦИПЛИНЫ </vt:lpstr>
      <vt:lpstr>О КУРСЕ</vt:lpstr>
      <vt:lpstr>ТЕМЫ ЛЕКЦИЙ</vt:lpstr>
      <vt:lpstr>Презентация PowerPoint</vt:lpstr>
      <vt:lpstr>Презентация PowerPoint</vt:lpstr>
      <vt:lpstr>100 БАЛЛОВ: ДОРОЖНАЯ КАРТА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Методология  проектирования и управления информационными системами</dc:title>
  <dc:creator>Виталий Компаниец</dc:creator>
  <cp:lastModifiedBy>Компаниец Виталий Сергеевич</cp:lastModifiedBy>
  <cp:revision>21</cp:revision>
  <dcterms:created xsi:type="dcterms:W3CDTF">2021-02-08T19:00:48Z</dcterms:created>
  <dcterms:modified xsi:type="dcterms:W3CDTF">2026-09-18T11:32:31Z</dcterms:modified>
</cp:coreProperties>
</file>