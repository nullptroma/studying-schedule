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62" r:id="rId3"/>
    <p:sldId id="263" r:id="rId4"/>
    <p:sldId id="303" r:id="rId5"/>
    <p:sldId id="302" r:id="rId6"/>
    <p:sldId id="266" r:id="rId7"/>
    <p:sldId id="301" r:id="rId8"/>
    <p:sldId id="265" r:id="rId9"/>
    <p:sldId id="271" r:id="rId10"/>
    <p:sldId id="267" r:id="rId11"/>
    <p:sldId id="268" r:id="rId12"/>
    <p:sldId id="269" r:id="rId13"/>
    <p:sldId id="270" r:id="rId14"/>
    <p:sldId id="272" r:id="rId15"/>
    <p:sldId id="293" r:id="rId16"/>
    <p:sldId id="294" r:id="rId17"/>
    <p:sldId id="295" r:id="rId18"/>
    <p:sldId id="296" r:id="rId19"/>
    <p:sldId id="297" r:id="rId20"/>
    <p:sldId id="298" r:id="rId21"/>
    <p:sldId id="273" r:id="rId22"/>
    <p:sldId id="277" r:id="rId23"/>
    <p:sldId id="274" r:id="rId24"/>
    <p:sldId id="278" r:id="rId25"/>
    <p:sldId id="279" r:id="rId26"/>
    <p:sldId id="283" r:id="rId27"/>
    <p:sldId id="284" r:id="rId28"/>
    <p:sldId id="280" r:id="rId29"/>
    <p:sldId id="285" r:id="rId30"/>
    <p:sldId id="286" r:id="rId31"/>
    <p:sldId id="287" r:id="rId32"/>
    <p:sldId id="288" r:id="rId33"/>
    <p:sldId id="292" r:id="rId34"/>
    <p:sldId id="299" r:id="rId35"/>
    <p:sldId id="300" r:id="rId36"/>
    <p:sldId id="281" r:id="rId37"/>
    <p:sldId id="289" r:id="rId38"/>
    <p:sldId id="290" r:id="rId39"/>
    <p:sldId id="282" r:id="rId40"/>
    <p:sldId id="291" r:id="rId4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780" y="11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4D9475-0505-4B1D-9092-AAC6D3579CA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61A601E-E0E3-4D6B-A2E8-ADC52B715827}">
      <dgm:prSet/>
      <dgm:spPr/>
      <dgm:t>
        <a:bodyPr/>
        <a:lstStyle/>
        <a:p>
          <a:r>
            <a:rPr lang="ru-RU" b="1" dirty="0"/>
            <a:t>Актуальные проблемы </a:t>
          </a:r>
          <a:r>
            <a:rPr lang="ru-RU" dirty="0"/>
            <a:t>разработки сложных программных систем </a:t>
          </a:r>
          <a:endParaRPr lang="en-US" dirty="0"/>
        </a:p>
      </dgm:t>
    </dgm:pt>
    <dgm:pt modelId="{1B5BC706-8D4F-49FA-AB44-EE2C1D1E2A14}" type="parTrans" cxnId="{59F0D283-BAF2-4BFF-8C40-C5DCBDEAB52A}">
      <dgm:prSet/>
      <dgm:spPr/>
      <dgm:t>
        <a:bodyPr/>
        <a:lstStyle/>
        <a:p>
          <a:endParaRPr lang="en-US"/>
        </a:p>
      </dgm:t>
    </dgm:pt>
    <dgm:pt modelId="{C9978457-D76D-4151-BB97-52BE9C97966B}" type="sibTrans" cxnId="{59F0D283-BAF2-4BFF-8C40-C5DCBDEAB52A}">
      <dgm:prSet/>
      <dgm:spPr/>
      <dgm:t>
        <a:bodyPr/>
        <a:lstStyle/>
        <a:p>
          <a:endParaRPr lang="en-US"/>
        </a:p>
      </dgm:t>
    </dgm:pt>
    <dgm:pt modelId="{1BFE00FE-7F1A-481C-99DB-4DF685E20E68}">
      <dgm:prSet/>
      <dgm:spPr/>
      <dgm:t>
        <a:bodyPr/>
        <a:lstStyle/>
        <a:p>
          <a:r>
            <a:rPr lang="ru-RU" b="1" dirty="0"/>
            <a:t>Эволюция моделей</a:t>
          </a:r>
          <a:r>
            <a:rPr lang="ru-RU" dirty="0"/>
            <a:t> жизненного цикла информационных систем </a:t>
          </a:r>
          <a:endParaRPr lang="en-US" dirty="0"/>
        </a:p>
      </dgm:t>
    </dgm:pt>
    <dgm:pt modelId="{60280313-3B33-4C3D-99C5-FCF216F5807E}" type="parTrans" cxnId="{CEAA108B-4F58-43A6-8C68-F11FD02DB88B}">
      <dgm:prSet/>
      <dgm:spPr/>
      <dgm:t>
        <a:bodyPr/>
        <a:lstStyle/>
        <a:p>
          <a:endParaRPr lang="en-US"/>
        </a:p>
      </dgm:t>
    </dgm:pt>
    <dgm:pt modelId="{901185DB-E573-4103-953A-B5853865D872}" type="sibTrans" cxnId="{CEAA108B-4F58-43A6-8C68-F11FD02DB88B}">
      <dgm:prSet/>
      <dgm:spPr/>
      <dgm:t>
        <a:bodyPr/>
        <a:lstStyle/>
        <a:p>
          <a:endParaRPr lang="en-US"/>
        </a:p>
      </dgm:t>
    </dgm:pt>
    <dgm:pt modelId="{F5AA0E36-36B8-453F-8D93-0DD0E384D7D1}">
      <dgm:prSet/>
      <dgm:spPr/>
      <dgm:t>
        <a:bodyPr/>
        <a:lstStyle/>
        <a:p>
          <a:r>
            <a:rPr lang="ru-RU" b="1" dirty="0"/>
            <a:t>Фаза проектирования </a:t>
          </a:r>
          <a:r>
            <a:rPr lang="ru-RU" dirty="0"/>
            <a:t>среди стандартизованных процессов разработки программ и программной документации</a:t>
          </a:r>
          <a:endParaRPr lang="en-US" dirty="0"/>
        </a:p>
      </dgm:t>
    </dgm:pt>
    <dgm:pt modelId="{A93DB46D-07FF-4510-A3AC-5029A8DF786B}" type="parTrans" cxnId="{692B1F5B-83DD-4A21-ACD5-A6DDBDB054A5}">
      <dgm:prSet/>
      <dgm:spPr/>
      <dgm:t>
        <a:bodyPr/>
        <a:lstStyle/>
        <a:p>
          <a:endParaRPr lang="en-US"/>
        </a:p>
      </dgm:t>
    </dgm:pt>
    <dgm:pt modelId="{14963672-8368-442C-BD13-DADCB5FB77EB}" type="sibTrans" cxnId="{692B1F5B-83DD-4A21-ACD5-A6DDBDB054A5}">
      <dgm:prSet/>
      <dgm:spPr/>
      <dgm:t>
        <a:bodyPr/>
        <a:lstStyle/>
        <a:p>
          <a:endParaRPr lang="en-US"/>
        </a:p>
      </dgm:t>
    </dgm:pt>
    <dgm:pt modelId="{64CB21B0-AA94-48F6-B274-6A0A49E7535A}">
      <dgm:prSet/>
      <dgm:spPr/>
      <dgm:t>
        <a:bodyPr/>
        <a:lstStyle/>
        <a:p>
          <a:r>
            <a:rPr lang="ru-RU" b="1" dirty="0"/>
            <a:t>Управление эксплуатацией</a:t>
          </a:r>
          <a:r>
            <a:rPr lang="ru-RU" dirty="0"/>
            <a:t>: процессы сопровождения, модернизации и реинжиниринга</a:t>
          </a:r>
          <a:endParaRPr lang="en-US" dirty="0"/>
        </a:p>
      </dgm:t>
    </dgm:pt>
    <dgm:pt modelId="{1D4DFD13-2136-4CBA-80AB-AF65FF454C85}" type="parTrans" cxnId="{8F07334C-6480-4A37-977A-F28C32C29B74}">
      <dgm:prSet/>
      <dgm:spPr/>
      <dgm:t>
        <a:bodyPr/>
        <a:lstStyle/>
        <a:p>
          <a:endParaRPr lang="en-US"/>
        </a:p>
      </dgm:t>
    </dgm:pt>
    <dgm:pt modelId="{1776ED73-5F55-46F6-82CE-40C310AEE9D2}" type="sibTrans" cxnId="{8F07334C-6480-4A37-977A-F28C32C29B74}">
      <dgm:prSet/>
      <dgm:spPr/>
      <dgm:t>
        <a:bodyPr/>
        <a:lstStyle/>
        <a:p>
          <a:endParaRPr lang="en-US"/>
        </a:p>
      </dgm:t>
    </dgm:pt>
    <dgm:pt modelId="{AC6C27CE-0FCA-464C-A65F-3F0C7DD994A2}" type="pres">
      <dgm:prSet presAssocID="{C84D9475-0505-4B1D-9092-AAC6D3579CA6}" presName="root" presStyleCnt="0">
        <dgm:presLayoutVars>
          <dgm:dir/>
          <dgm:resizeHandles val="exact"/>
        </dgm:presLayoutVars>
      </dgm:prSet>
      <dgm:spPr/>
    </dgm:pt>
    <dgm:pt modelId="{986271F3-3066-4038-90E9-BF23F5C21E52}" type="pres">
      <dgm:prSet presAssocID="{E61A601E-E0E3-4D6B-A2E8-ADC52B715827}" presName="compNode" presStyleCnt="0"/>
      <dgm:spPr/>
    </dgm:pt>
    <dgm:pt modelId="{7AE5E4DB-ED2C-477E-BC91-417F7B33460C}" type="pres">
      <dgm:prSet presAssocID="{E61A601E-E0E3-4D6B-A2E8-ADC52B715827}" presName="bgRect" presStyleLbl="bgShp" presStyleIdx="0" presStyleCnt="4" custLinFactNeighborX="1876" custLinFactNeighborY="286"/>
      <dgm:spPr/>
    </dgm:pt>
    <dgm:pt modelId="{D6EECDE3-D7CF-490B-93AD-D3469A7A5030}" type="pres">
      <dgm:prSet presAssocID="{E61A601E-E0E3-4D6B-A2E8-ADC52B71582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редупреждение"/>
        </a:ext>
      </dgm:extLst>
    </dgm:pt>
    <dgm:pt modelId="{63A98CD9-653A-47C5-A824-402B7C9ABD51}" type="pres">
      <dgm:prSet presAssocID="{E61A601E-E0E3-4D6B-A2E8-ADC52B715827}" presName="spaceRect" presStyleCnt="0"/>
      <dgm:spPr/>
    </dgm:pt>
    <dgm:pt modelId="{47EB93AF-F9CD-4B75-8723-271FB2C380C0}" type="pres">
      <dgm:prSet presAssocID="{E61A601E-E0E3-4D6B-A2E8-ADC52B715827}" presName="parTx" presStyleLbl="revTx" presStyleIdx="0" presStyleCnt="4">
        <dgm:presLayoutVars>
          <dgm:chMax val="0"/>
          <dgm:chPref val="0"/>
        </dgm:presLayoutVars>
      </dgm:prSet>
      <dgm:spPr/>
    </dgm:pt>
    <dgm:pt modelId="{7DCFE21D-B54A-4F0E-A0FA-D21A463786BE}" type="pres">
      <dgm:prSet presAssocID="{C9978457-D76D-4151-BB97-52BE9C97966B}" presName="sibTrans" presStyleCnt="0"/>
      <dgm:spPr/>
    </dgm:pt>
    <dgm:pt modelId="{5C1D18AB-8CCF-45AC-A461-5543400D1CCD}" type="pres">
      <dgm:prSet presAssocID="{1BFE00FE-7F1A-481C-99DB-4DF685E20E68}" presName="compNode" presStyleCnt="0"/>
      <dgm:spPr/>
    </dgm:pt>
    <dgm:pt modelId="{22136296-E66B-41B9-9690-60307900DB68}" type="pres">
      <dgm:prSet presAssocID="{1BFE00FE-7F1A-481C-99DB-4DF685E20E68}" presName="bgRect" presStyleLbl="bgShp" presStyleIdx="1" presStyleCnt="4"/>
      <dgm:spPr/>
    </dgm:pt>
    <dgm:pt modelId="{CBDB2362-4254-4EDD-B84E-D16A92CB09AB}" type="pres">
      <dgm:prSet presAssocID="{1BFE00FE-7F1A-481C-99DB-4DF685E20E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A73E589-B1ED-4725-B231-9E54D6135283}" type="pres">
      <dgm:prSet presAssocID="{1BFE00FE-7F1A-481C-99DB-4DF685E20E68}" presName="spaceRect" presStyleCnt="0"/>
      <dgm:spPr/>
    </dgm:pt>
    <dgm:pt modelId="{29A1B5C0-513D-46EE-9F9F-8A08C32597CA}" type="pres">
      <dgm:prSet presAssocID="{1BFE00FE-7F1A-481C-99DB-4DF685E20E68}" presName="parTx" presStyleLbl="revTx" presStyleIdx="1" presStyleCnt="4">
        <dgm:presLayoutVars>
          <dgm:chMax val="0"/>
          <dgm:chPref val="0"/>
        </dgm:presLayoutVars>
      </dgm:prSet>
      <dgm:spPr/>
    </dgm:pt>
    <dgm:pt modelId="{C7A84204-3119-4CCA-BF13-ADE8C70B7E51}" type="pres">
      <dgm:prSet presAssocID="{901185DB-E573-4103-953A-B5853865D872}" presName="sibTrans" presStyleCnt="0"/>
      <dgm:spPr/>
    </dgm:pt>
    <dgm:pt modelId="{AC86560E-5B03-4518-8CD1-B87C51865DD2}" type="pres">
      <dgm:prSet presAssocID="{F5AA0E36-36B8-453F-8D93-0DD0E384D7D1}" presName="compNode" presStyleCnt="0"/>
      <dgm:spPr/>
    </dgm:pt>
    <dgm:pt modelId="{765C7688-803B-4C44-8648-C41544ED1847}" type="pres">
      <dgm:prSet presAssocID="{F5AA0E36-36B8-453F-8D93-0DD0E384D7D1}" presName="bgRect" presStyleLbl="bgShp" presStyleIdx="2" presStyleCnt="4"/>
      <dgm:spPr/>
    </dgm:pt>
    <dgm:pt modelId="{6F854A99-5A2F-4DEC-A5FC-CDB50196FADC}" type="pres">
      <dgm:prSet presAssocID="{F5AA0E36-36B8-453F-8D93-0DD0E384D7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лба"/>
        </a:ext>
      </dgm:extLst>
    </dgm:pt>
    <dgm:pt modelId="{C7157255-7397-478A-AEFD-4748EC1BAA7A}" type="pres">
      <dgm:prSet presAssocID="{F5AA0E36-36B8-453F-8D93-0DD0E384D7D1}" presName="spaceRect" presStyleCnt="0"/>
      <dgm:spPr/>
    </dgm:pt>
    <dgm:pt modelId="{BE1FD593-35F2-406B-B2A4-793F7E965894}" type="pres">
      <dgm:prSet presAssocID="{F5AA0E36-36B8-453F-8D93-0DD0E384D7D1}" presName="parTx" presStyleLbl="revTx" presStyleIdx="2" presStyleCnt="4">
        <dgm:presLayoutVars>
          <dgm:chMax val="0"/>
          <dgm:chPref val="0"/>
        </dgm:presLayoutVars>
      </dgm:prSet>
      <dgm:spPr/>
    </dgm:pt>
    <dgm:pt modelId="{73315C46-BBC6-4AA0-9D86-F17C072D12EE}" type="pres">
      <dgm:prSet presAssocID="{14963672-8368-442C-BD13-DADCB5FB77EB}" presName="sibTrans" presStyleCnt="0"/>
      <dgm:spPr/>
    </dgm:pt>
    <dgm:pt modelId="{096369F7-57C1-4815-AB13-5A695254CA95}" type="pres">
      <dgm:prSet presAssocID="{64CB21B0-AA94-48F6-B274-6A0A49E7535A}" presName="compNode" presStyleCnt="0"/>
      <dgm:spPr/>
    </dgm:pt>
    <dgm:pt modelId="{CDC895C6-B18A-4EAC-B6F5-6812AAEF1EBD}" type="pres">
      <dgm:prSet presAssocID="{64CB21B0-AA94-48F6-B274-6A0A49E7535A}" presName="bgRect" presStyleLbl="bgShp" presStyleIdx="3" presStyleCnt="4"/>
      <dgm:spPr/>
    </dgm:pt>
    <dgm:pt modelId="{5388EB7E-864E-4376-A4CC-F11C7496D23B}" type="pres">
      <dgm:prSet presAssocID="{64CB21B0-AA94-48F6-B274-6A0A49E7535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Шестеренки"/>
        </a:ext>
      </dgm:extLst>
    </dgm:pt>
    <dgm:pt modelId="{D1CBF4EA-3526-4D2A-BFAE-9A3A45904BC1}" type="pres">
      <dgm:prSet presAssocID="{64CB21B0-AA94-48F6-B274-6A0A49E7535A}" presName="spaceRect" presStyleCnt="0"/>
      <dgm:spPr/>
    </dgm:pt>
    <dgm:pt modelId="{EE5BEA01-A59F-40D3-B8BA-9B55D60314F2}" type="pres">
      <dgm:prSet presAssocID="{64CB21B0-AA94-48F6-B274-6A0A49E7535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9AE6403-E4AA-42C5-B1DA-797CCE305E13}" type="presOf" srcId="{E61A601E-E0E3-4D6B-A2E8-ADC52B715827}" destId="{47EB93AF-F9CD-4B75-8723-271FB2C380C0}" srcOrd="0" destOrd="0" presId="urn:microsoft.com/office/officeart/2018/2/layout/IconVerticalSolidList"/>
    <dgm:cxn modelId="{57BB9434-049C-453F-954C-24C4CC898F24}" type="presOf" srcId="{F5AA0E36-36B8-453F-8D93-0DD0E384D7D1}" destId="{BE1FD593-35F2-406B-B2A4-793F7E965894}" srcOrd="0" destOrd="0" presId="urn:microsoft.com/office/officeart/2018/2/layout/IconVerticalSolidList"/>
    <dgm:cxn modelId="{FE04EA39-4F13-45AF-AF9E-01994520357A}" type="presOf" srcId="{C84D9475-0505-4B1D-9092-AAC6D3579CA6}" destId="{AC6C27CE-0FCA-464C-A65F-3F0C7DD994A2}" srcOrd="0" destOrd="0" presId="urn:microsoft.com/office/officeart/2018/2/layout/IconVerticalSolidList"/>
    <dgm:cxn modelId="{692B1F5B-83DD-4A21-ACD5-A6DDBDB054A5}" srcId="{C84D9475-0505-4B1D-9092-AAC6D3579CA6}" destId="{F5AA0E36-36B8-453F-8D93-0DD0E384D7D1}" srcOrd="2" destOrd="0" parTransId="{A93DB46D-07FF-4510-A3AC-5029A8DF786B}" sibTransId="{14963672-8368-442C-BD13-DADCB5FB77EB}"/>
    <dgm:cxn modelId="{8F07334C-6480-4A37-977A-F28C32C29B74}" srcId="{C84D9475-0505-4B1D-9092-AAC6D3579CA6}" destId="{64CB21B0-AA94-48F6-B274-6A0A49E7535A}" srcOrd="3" destOrd="0" parTransId="{1D4DFD13-2136-4CBA-80AB-AF65FF454C85}" sibTransId="{1776ED73-5F55-46F6-82CE-40C310AEE9D2}"/>
    <dgm:cxn modelId="{5438C27D-65E7-4D02-8512-F5CD780056C9}" type="presOf" srcId="{1BFE00FE-7F1A-481C-99DB-4DF685E20E68}" destId="{29A1B5C0-513D-46EE-9F9F-8A08C32597CA}" srcOrd="0" destOrd="0" presId="urn:microsoft.com/office/officeart/2018/2/layout/IconVerticalSolidList"/>
    <dgm:cxn modelId="{59F0D283-BAF2-4BFF-8C40-C5DCBDEAB52A}" srcId="{C84D9475-0505-4B1D-9092-AAC6D3579CA6}" destId="{E61A601E-E0E3-4D6B-A2E8-ADC52B715827}" srcOrd="0" destOrd="0" parTransId="{1B5BC706-8D4F-49FA-AB44-EE2C1D1E2A14}" sibTransId="{C9978457-D76D-4151-BB97-52BE9C97966B}"/>
    <dgm:cxn modelId="{CEAA108B-4F58-43A6-8C68-F11FD02DB88B}" srcId="{C84D9475-0505-4B1D-9092-AAC6D3579CA6}" destId="{1BFE00FE-7F1A-481C-99DB-4DF685E20E68}" srcOrd="1" destOrd="0" parTransId="{60280313-3B33-4C3D-99C5-FCF216F5807E}" sibTransId="{901185DB-E573-4103-953A-B5853865D872}"/>
    <dgm:cxn modelId="{D09F998B-37A2-4D55-9F0B-DEC46A672A03}" type="presOf" srcId="{64CB21B0-AA94-48F6-B274-6A0A49E7535A}" destId="{EE5BEA01-A59F-40D3-B8BA-9B55D60314F2}" srcOrd="0" destOrd="0" presId="urn:microsoft.com/office/officeart/2018/2/layout/IconVerticalSolidList"/>
    <dgm:cxn modelId="{AC84B566-5A8F-44EC-B5D9-7B3C071990A2}" type="presParOf" srcId="{AC6C27CE-0FCA-464C-A65F-3F0C7DD994A2}" destId="{986271F3-3066-4038-90E9-BF23F5C21E52}" srcOrd="0" destOrd="0" presId="urn:microsoft.com/office/officeart/2018/2/layout/IconVerticalSolidList"/>
    <dgm:cxn modelId="{F34E02BC-1F89-4B3A-8387-8BCCC58184FB}" type="presParOf" srcId="{986271F3-3066-4038-90E9-BF23F5C21E52}" destId="{7AE5E4DB-ED2C-477E-BC91-417F7B33460C}" srcOrd="0" destOrd="0" presId="urn:microsoft.com/office/officeart/2018/2/layout/IconVerticalSolidList"/>
    <dgm:cxn modelId="{D3BF1551-D967-4336-A0A5-68E447BBCDEB}" type="presParOf" srcId="{986271F3-3066-4038-90E9-BF23F5C21E52}" destId="{D6EECDE3-D7CF-490B-93AD-D3469A7A5030}" srcOrd="1" destOrd="0" presId="urn:microsoft.com/office/officeart/2018/2/layout/IconVerticalSolidList"/>
    <dgm:cxn modelId="{CED82E69-C82E-4439-8B5A-2932CC0CD924}" type="presParOf" srcId="{986271F3-3066-4038-90E9-BF23F5C21E52}" destId="{63A98CD9-653A-47C5-A824-402B7C9ABD51}" srcOrd="2" destOrd="0" presId="urn:microsoft.com/office/officeart/2018/2/layout/IconVerticalSolidList"/>
    <dgm:cxn modelId="{0C2FD96D-BA55-4AEC-9773-074E6AE10A3A}" type="presParOf" srcId="{986271F3-3066-4038-90E9-BF23F5C21E52}" destId="{47EB93AF-F9CD-4B75-8723-271FB2C380C0}" srcOrd="3" destOrd="0" presId="urn:microsoft.com/office/officeart/2018/2/layout/IconVerticalSolidList"/>
    <dgm:cxn modelId="{047C2E3D-5BFA-4B11-B9CB-52D8DF310A17}" type="presParOf" srcId="{AC6C27CE-0FCA-464C-A65F-3F0C7DD994A2}" destId="{7DCFE21D-B54A-4F0E-A0FA-D21A463786BE}" srcOrd="1" destOrd="0" presId="urn:microsoft.com/office/officeart/2018/2/layout/IconVerticalSolidList"/>
    <dgm:cxn modelId="{6552EE90-BCA6-42F0-82D3-FC7E72E76105}" type="presParOf" srcId="{AC6C27CE-0FCA-464C-A65F-3F0C7DD994A2}" destId="{5C1D18AB-8CCF-45AC-A461-5543400D1CCD}" srcOrd="2" destOrd="0" presId="urn:microsoft.com/office/officeart/2018/2/layout/IconVerticalSolidList"/>
    <dgm:cxn modelId="{123E9389-A0F3-4CDF-B2CD-4DBEB01B5B10}" type="presParOf" srcId="{5C1D18AB-8CCF-45AC-A461-5543400D1CCD}" destId="{22136296-E66B-41B9-9690-60307900DB68}" srcOrd="0" destOrd="0" presId="urn:microsoft.com/office/officeart/2018/2/layout/IconVerticalSolidList"/>
    <dgm:cxn modelId="{F00071E6-40B1-48E5-AB72-D742D6B0201F}" type="presParOf" srcId="{5C1D18AB-8CCF-45AC-A461-5543400D1CCD}" destId="{CBDB2362-4254-4EDD-B84E-D16A92CB09AB}" srcOrd="1" destOrd="0" presId="urn:microsoft.com/office/officeart/2018/2/layout/IconVerticalSolidList"/>
    <dgm:cxn modelId="{662DC2EB-9746-40E3-B838-0EBDF3450B45}" type="presParOf" srcId="{5C1D18AB-8CCF-45AC-A461-5543400D1CCD}" destId="{CA73E589-B1ED-4725-B231-9E54D6135283}" srcOrd="2" destOrd="0" presId="urn:microsoft.com/office/officeart/2018/2/layout/IconVerticalSolidList"/>
    <dgm:cxn modelId="{E7622814-2EAE-4F46-97AB-F6EB0732FF28}" type="presParOf" srcId="{5C1D18AB-8CCF-45AC-A461-5543400D1CCD}" destId="{29A1B5C0-513D-46EE-9F9F-8A08C32597CA}" srcOrd="3" destOrd="0" presId="urn:microsoft.com/office/officeart/2018/2/layout/IconVerticalSolidList"/>
    <dgm:cxn modelId="{09153441-832E-4597-B92D-863CECF05BE7}" type="presParOf" srcId="{AC6C27CE-0FCA-464C-A65F-3F0C7DD994A2}" destId="{C7A84204-3119-4CCA-BF13-ADE8C70B7E51}" srcOrd="3" destOrd="0" presId="urn:microsoft.com/office/officeart/2018/2/layout/IconVerticalSolidList"/>
    <dgm:cxn modelId="{3CE2FD8B-67A1-48BF-B0C4-2434D10DC139}" type="presParOf" srcId="{AC6C27CE-0FCA-464C-A65F-3F0C7DD994A2}" destId="{AC86560E-5B03-4518-8CD1-B87C51865DD2}" srcOrd="4" destOrd="0" presId="urn:microsoft.com/office/officeart/2018/2/layout/IconVerticalSolidList"/>
    <dgm:cxn modelId="{B9098815-B1F2-43F9-8523-0E2A4CB0436D}" type="presParOf" srcId="{AC86560E-5B03-4518-8CD1-B87C51865DD2}" destId="{765C7688-803B-4C44-8648-C41544ED1847}" srcOrd="0" destOrd="0" presId="urn:microsoft.com/office/officeart/2018/2/layout/IconVerticalSolidList"/>
    <dgm:cxn modelId="{B5121697-650E-43C9-A67F-6F5F1F58234C}" type="presParOf" srcId="{AC86560E-5B03-4518-8CD1-B87C51865DD2}" destId="{6F854A99-5A2F-4DEC-A5FC-CDB50196FADC}" srcOrd="1" destOrd="0" presId="urn:microsoft.com/office/officeart/2018/2/layout/IconVerticalSolidList"/>
    <dgm:cxn modelId="{C5B382F3-8A24-471A-B510-3FDB70AF5EC8}" type="presParOf" srcId="{AC86560E-5B03-4518-8CD1-B87C51865DD2}" destId="{C7157255-7397-478A-AEFD-4748EC1BAA7A}" srcOrd="2" destOrd="0" presId="urn:microsoft.com/office/officeart/2018/2/layout/IconVerticalSolidList"/>
    <dgm:cxn modelId="{9D49FB3F-7A1D-49E7-A693-2833DD307ED0}" type="presParOf" srcId="{AC86560E-5B03-4518-8CD1-B87C51865DD2}" destId="{BE1FD593-35F2-406B-B2A4-793F7E965894}" srcOrd="3" destOrd="0" presId="urn:microsoft.com/office/officeart/2018/2/layout/IconVerticalSolidList"/>
    <dgm:cxn modelId="{F672ADE3-2A46-4A72-95B1-8A86DCD92EDE}" type="presParOf" srcId="{AC6C27CE-0FCA-464C-A65F-3F0C7DD994A2}" destId="{73315C46-BBC6-4AA0-9D86-F17C072D12EE}" srcOrd="5" destOrd="0" presId="urn:microsoft.com/office/officeart/2018/2/layout/IconVerticalSolidList"/>
    <dgm:cxn modelId="{D6FBBE6F-A5BC-42F7-BAA8-796BB2FD3E5D}" type="presParOf" srcId="{AC6C27CE-0FCA-464C-A65F-3F0C7DD994A2}" destId="{096369F7-57C1-4815-AB13-5A695254CA95}" srcOrd="6" destOrd="0" presId="urn:microsoft.com/office/officeart/2018/2/layout/IconVerticalSolidList"/>
    <dgm:cxn modelId="{4C1AD4B1-1A45-4B63-94D4-D33B4AA61822}" type="presParOf" srcId="{096369F7-57C1-4815-AB13-5A695254CA95}" destId="{CDC895C6-B18A-4EAC-B6F5-6812AAEF1EBD}" srcOrd="0" destOrd="0" presId="urn:microsoft.com/office/officeart/2018/2/layout/IconVerticalSolidList"/>
    <dgm:cxn modelId="{0D8ACC9C-75E6-49EF-AFB3-79D6546C548A}" type="presParOf" srcId="{096369F7-57C1-4815-AB13-5A695254CA95}" destId="{5388EB7E-864E-4376-A4CC-F11C7496D23B}" srcOrd="1" destOrd="0" presId="urn:microsoft.com/office/officeart/2018/2/layout/IconVerticalSolidList"/>
    <dgm:cxn modelId="{BAD9C1B1-707A-4550-A08C-B96118E7263C}" type="presParOf" srcId="{096369F7-57C1-4815-AB13-5A695254CA95}" destId="{D1CBF4EA-3526-4D2A-BFAE-9A3A45904BC1}" srcOrd="2" destOrd="0" presId="urn:microsoft.com/office/officeart/2018/2/layout/IconVerticalSolidList"/>
    <dgm:cxn modelId="{576F84D1-CB94-40D3-992D-83143DB19C2A}" type="presParOf" srcId="{096369F7-57C1-4815-AB13-5A695254CA95}" destId="{EE5BEA01-A59F-40D3-B8BA-9B55D60314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ED3CF7-4B98-4377-B190-9ABBD6BBEC80}" type="doc">
      <dgm:prSet loTypeId="urn:microsoft.com/office/officeart/2005/8/layout/vList6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2AB668FA-7523-40B2-A52E-9024E3E1FCC6}">
      <dgm:prSet phldrT="[Текст]"/>
      <dgm:spPr/>
      <dgm:t>
        <a:bodyPr/>
        <a:lstStyle/>
        <a:p>
          <a:r>
            <a:rPr lang="ru-RU" dirty="0"/>
            <a:t>Прикладные и информационные процессы</a:t>
          </a:r>
        </a:p>
      </dgm:t>
    </dgm:pt>
    <dgm:pt modelId="{A2DA911F-B065-48D3-BCA8-57FCA71015BA}" type="parTrans" cxnId="{80F36276-3B7F-426E-B2EA-2A087CA88176}">
      <dgm:prSet/>
      <dgm:spPr/>
      <dgm:t>
        <a:bodyPr/>
        <a:lstStyle/>
        <a:p>
          <a:endParaRPr lang="ru-RU"/>
        </a:p>
      </dgm:t>
    </dgm:pt>
    <dgm:pt modelId="{69B30290-B0C9-4F17-87EF-4A1BC55C2BD9}" type="sibTrans" cxnId="{80F36276-3B7F-426E-B2EA-2A087CA88176}">
      <dgm:prSet/>
      <dgm:spPr/>
      <dgm:t>
        <a:bodyPr/>
        <a:lstStyle/>
        <a:p>
          <a:endParaRPr lang="ru-RU"/>
        </a:p>
      </dgm:t>
    </dgm:pt>
    <dgm:pt modelId="{E095A161-8CFF-4D38-B753-E6C10A730DD5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kern="1200" dirty="0"/>
            <a:t> </a:t>
          </a:r>
          <a:r>
            <a:rPr lang="ru-RU" sz="1050" kern="1200" dirty="0">
              <a:latin typeface="Calibri"/>
              <a:ea typeface="+mn-ea"/>
              <a:cs typeface="+mn-cs"/>
            </a:rPr>
            <a:t>Исследование и анализ</a:t>
          </a:r>
        </a:p>
      </dgm:t>
    </dgm:pt>
    <dgm:pt modelId="{0162D32E-192E-4C6B-8FB4-695D29561659}" type="parTrans" cxnId="{72B192D6-32A3-468A-B40C-D32FEC34FEC1}">
      <dgm:prSet/>
      <dgm:spPr/>
      <dgm:t>
        <a:bodyPr/>
        <a:lstStyle/>
        <a:p>
          <a:endParaRPr lang="ru-RU"/>
        </a:p>
      </dgm:t>
    </dgm:pt>
    <dgm:pt modelId="{31CCCB3A-B76D-4EE5-B823-9D2C8C22FB97}" type="sibTrans" cxnId="{72B192D6-32A3-468A-B40C-D32FEC34FEC1}">
      <dgm:prSet/>
      <dgm:spPr/>
      <dgm:t>
        <a:bodyPr/>
        <a:lstStyle/>
        <a:p>
          <a:endParaRPr lang="ru-RU"/>
        </a:p>
      </dgm:t>
    </dgm:pt>
    <dgm:pt modelId="{BDAE4AB2-E678-458A-9B9F-23F37267FC95}">
      <dgm:prSet phldrT="[Текст]"/>
      <dgm:spPr/>
      <dgm:t>
        <a:bodyPr/>
        <a:lstStyle/>
        <a:p>
          <a:r>
            <a:rPr lang="ru-RU" dirty="0"/>
            <a:t>Информационные технологии</a:t>
          </a:r>
        </a:p>
      </dgm:t>
    </dgm:pt>
    <dgm:pt modelId="{A5FA7DEE-0109-4997-BEC8-14373224A17C}" type="parTrans" cxnId="{3944FC00-9962-4751-A3A2-79F440C5069D}">
      <dgm:prSet/>
      <dgm:spPr/>
      <dgm:t>
        <a:bodyPr/>
        <a:lstStyle/>
        <a:p>
          <a:endParaRPr lang="ru-RU"/>
        </a:p>
      </dgm:t>
    </dgm:pt>
    <dgm:pt modelId="{F0DF95E1-684F-48DD-902F-D5A2D6E6AE43}" type="sibTrans" cxnId="{3944FC00-9962-4751-A3A2-79F440C5069D}">
      <dgm:prSet/>
      <dgm:spPr/>
      <dgm:t>
        <a:bodyPr/>
        <a:lstStyle/>
        <a:p>
          <a:endParaRPr lang="ru-RU"/>
        </a:p>
      </dgm:t>
    </dgm:pt>
    <dgm:pt modelId="{09D7ACF8-2DC7-41BB-868D-DDF4C1B3AFA4}">
      <dgm:prSet phldrT="[Текст]" custT="1"/>
      <dgm:spPr/>
      <dgm:t>
        <a:bodyPr anchor="ctr"/>
        <a:lstStyle/>
        <a:p>
          <a:r>
            <a:rPr lang="ru-RU" sz="1100" dirty="0"/>
            <a:t> Анализ применимости</a:t>
          </a:r>
        </a:p>
      </dgm:t>
    </dgm:pt>
    <dgm:pt modelId="{9105DE90-A248-4DB2-A3D8-9C25B10A5A9B}" type="parTrans" cxnId="{F2895811-C6AC-4AE9-895F-B5BD5FF7DE43}">
      <dgm:prSet/>
      <dgm:spPr/>
      <dgm:t>
        <a:bodyPr/>
        <a:lstStyle/>
        <a:p>
          <a:endParaRPr lang="ru-RU"/>
        </a:p>
      </dgm:t>
    </dgm:pt>
    <dgm:pt modelId="{21A5EB80-E77D-4DED-BD3D-B5EA82DD2C9A}" type="sibTrans" cxnId="{F2895811-C6AC-4AE9-895F-B5BD5FF7DE43}">
      <dgm:prSet/>
      <dgm:spPr/>
      <dgm:t>
        <a:bodyPr/>
        <a:lstStyle/>
        <a:p>
          <a:endParaRPr lang="ru-RU"/>
        </a:p>
      </dgm:t>
    </dgm:pt>
    <dgm:pt modelId="{74A27962-3D77-457C-9A12-A942D85CB4F6}">
      <dgm:prSet phldrT="[Текст]" custT="1"/>
      <dgm:spPr/>
      <dgm:t>
        <a:bodyPr anchor="ctr"/>
        <a:lstStyle/>
        <a:p>
          <a:r>
            <a:rPr lang="ru-RU" sz="1100" dirty="0"/>
            <a:t> Адаптация, настройка   </a:t>
          </a:r>
        </a:p>
      </dgm:t>
    </dgm:pt>
    <dgm:pt modelId="{F137613A-0C0D-4E48-80EE-286C40C58052}" type="parTrans" cxnId="{8250786A-E5DA-4087-A8EA-F640E2082A79}">
      <dgm:prSet/>
      <dgm:spPr/>
      <dgm:t>
        <a:bodyPr/>
        <a:lstStyle/>
        <a:p>
          <a:endParaRPr lang="ru-RU"/>
        </a:p>
      </dgm:t>
    </dgm:pt>
    <dgm:pt modelId="{E3DD81C4-21A9-44CF-9EB9-54595B791EDC}" type="sibTrans" cxnId="{8250786A-E5DA-4087-A8EA-F640E2082A79}">
      <dgm:prSet/>
      <dgm:spPr/>
      <dgm:t>
        <a:bodyPr/>
        <a:lstStyle/>
        <a:p>
          <a:endParaRPr lang="ru-RU"/>
        </a:p>
      </dgm:t>
    </dgm:pt>
    <dgm:pt modelId="{A358CE1F-2FA8-48F5-A421-5A56A4443B6E}">
      <dgm:prSet/>
      <dgm:spPr/>
      <dgm:t>
        <a:bodyPr/>
        <a:lstStyle/>
        <a:p>
          <a:r>
            <a:rPr lang="ru-RU" dirty="0"/>
            <a:t>Информационные системы</a:t>
          </a:r>
        </a:p>
      </dgm:t>
    </dgm:pt>
    <dgm:pt modelId="{A1AFA718-04D0-4C83-BEC5-9D1000A38B30}" type="parTrans" cxnId="{9973019B-EB7C-4F7D-9C6B-E00F9B27264F}">
      <dgm:prSet/>
      <dgm:spPr/>
      <dgm:t>
        <a:bodyPr/>
        <a:lstStyle/>
        <a:p>
          <a:endParaRPr lang="ru-RU"/>
        </a:p>
      </dgm:t>
    </dgm:pt>
    <dgm:pt modelId="{3068C938-1CBF-4DD8-BB02-F495971F9624}" type="sibTrans" cxnId="{9973019B-EB7C-4F7D-9C6B-E00F9B27264F}">
      <dgm:prSet/>
      <dgm:spPr/>
      <dgm:t>
        <a:bodyPr/>
        <a:lstStyle/>
        <a:p>
          <a:endParaRPr lang="ru-RU"/>
        </a:p>
      </dgm:t>
    </dgm:pt>
    <dgm:pt modelId="{C4F4107E-6A3D-4237-A862-B5D8C398FE5B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Автоматизация</a:t>
          </a:r>
        </a:p>
      </dgm:t>
    </dgm:pt>
    <dgm:pt modelId="{6448494F-077D-4861-9A77-FFEEDDF41537}" type="parTrans" cxnId="{10A87AB6-5630-47F3-B3A2-902C148200F6}">
      <dgm:prSet/>
      <dgm:spPr/>
      <dgm:t>
        <a:bodyPr/>
        <a:lstStyle/>
        <a:p>
          <a:endParaRPr lang="ru-RU"/>
        </a:p>
      </dgm:t>
    </dgm:pt>
    <dgm:pt modelId="{CD17476F-7DA2-4C55-BE2A-5659283F9ACE}" type="sibTrans" cxnId="{10A87AB6-5630-47F3-B3A2-902C148200F6}">
      <dgm:prSet/>
      <dgm:spPr/>
      <dgm:t>
        <a:bodyPr/>
        <a:lstStyle/>
        <a:p>
          <a:endParaRPr lang="ru-RU"/>
        </a:p>
      </dgm:t>
    </dgm:pt>
    <dgm:pt modelId="{7898091C-C2D8-47B2-8DE2-B3A4FD7E5299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Проектирование</a:t>
          </a:r>
        </a:p>
      </dgm:t>
    </dgm:pt>
    <dgm:pt modelId="{123F3B97-1C87-46C5-9D12-4EB84E29D7FE}" type="parTrans" cxnId="{60116624-DF5C-4129-A551-5AE0B082CBDC}">
      <dgm:prSet/>
      <dgm:spPr/>
      <dgm:t>
        <a:bodyPr/>
        <a:lstStyle/>
        <a:p>
          <a:endParaRPr lang="ru-RU"/>
        </a:p>
      </dgm:t>
    </dgm:pt>
    <dgm:pt modelId="{6CAAE91B-1C4D-415B-A366-07B6E5139B22}" type="sibTrans" cxnId="{60116624-DF5C-4129-A551-5AE0B082CBDC}">
      <dgm:prSet/>
      <dgm:spPr/>
      <dgm:t>
        <a:bodyPr/>
        <a:lstStyle/>
        <a:p>
          <a:endParaRPr lang="ru-RU"/>
        </a:p>
      </dgm:t>
    </dgm:pt>
    <dgm:pt modelId="{CEAA199D-7BBF-4956-B667-4E93A499B0CE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</a:t>
          </a:r>
          <a:r>
            <a:rPr lang="ru-RU" sz="1050" b="1" kern="1200" dirty="0">
              <a:latin typeface="Calibri"/>
              <a:ea typeface="+mn-ea"/>
              <a:cs typeface="+mn-cs"/>
            </a:rPr>
            <a:t>Оптимизация</a:t>
          </a:r>
        </a:p>
      </dgm:t>
    </dgm:pt>
    <dgm:pt modelId="{758BE7D9-632A-43FC-B3D2-AFFD0240241B}" type="parTrans" cxnId="{A3877812-E935-4A8E-8A7F-13F80675BF42}">
      <dgm:prSet/>
      <dgm:spPr/>
      <dgm:t>
        <a:bodyPr/>
        <a:lstStyle/>
        <a:p>
          <a:endParaRPr lang="ru-RU"/>
        </a:p>
      </dgm:t>
    </dgm:pt>
    <dgm:pt modelId="{8CF1792A-FEC3-4937-959D-C38640BFD365}" type="sibTrans" cxnId="{A3877812-E935-4A8E-8A7F-13F80675BF42}">
      <dgm:prSet/>
      <dgm:spPr/>
      <dgm:t>
        <a:bodyPr/>
        <a:lstStyle/>
        <a:p>
          <a:endParaRPr lang="ru-RU"/>
        </a:p>
      </dgm:t>
    </dgm:pt>
    <dgm:pt modelId="{0F17D969-8F09-4DE4-9F92-C3E827386855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Реинжиниринг</a:t>
          </a:r>
        </a:p>
      </dgm:t>
    </dgm:pt>
    <dgm:pt modelId="{B09C3402-CEAB-4A80-975E-380EF9461B1F}" type="parTrans" cxnId="{E94F8947-319D-438D-B98E-72FE6A94B922}">
      <dgm:prSet/>
      <dgm:spPr/>
      <dgm:t>
        <a:bodyPr/>
        <a:lstStyle/>
        <a:p>
          <a:endParaRPr lang="ru-RU"/>
        </a:p>
      </dgm:t>
    </dgm:pt>
    <dgm:pt modelId="{7397A446-C198-4CAC-9E17-7ED570FB6808}" type="sibTrans" cxnId="{E94F8947-319D-438D-B98E-72FE6A94B922}">
      <dgm:prSet/>
      <dgm:spPr/>
      <dgm:t>
        <a:bodyPr/>
        <a:lstStyle/>
        <a:p>
          <a:endParaRPr lang="ru-RU"/>
        </a:p>
      </dgm:t>
    </dgm:pt>
    <dgm:pt modelId="{82D6DC57-5C96-4217-8DBF-010B681E4E7D}">
      <dgm:prSet phldrT="[Текст]" custT="1"/>
      <dgm:spPr/>
      <dgm:t>
        <a:bodyPr anchor="ctr"/>
        <a:lstStyle/>
        <a:p>
          <a:r>
            <a:rPr lang="ru-RU" sz="1100" dirty="0"/>
            <a:t> Технико-экономическое обоснование</a:t>
          </a:r>
        </a:p>
      </dgm:t>
    </dgm:pt>
    <dgm:pt modelId="{CAE7296D-403C-459E-8FB7-FF54D0D7D90F}" type="parTrans" cxnId="{14FA7C8C-ED77-4970-B946-A70A226B3D3D}">
      <dgm:prSet/>
      <dgm:spPr/>
      <dgm:t>
        <a:bodyPr/>
        <a:lstStyle/>
        <a:p>
          <a:endParaRPr lang="ru-RU"/>
        </a:p>
      </dgm:t>
    </dgm:pt>
    <dgm:pt modelId="{A8A540B4-BEE3-46C9-8269-21E4BD61D957}" type="sibTrans" cxnId="{14FA7C8C-ED77-4970-B946-A70A226B3D3D}">
      <dgm:prSet/>
      <dgm:spPr/>
      <dgm:t>
        <a:bodyPr/>
        <a:lstStyle/>
        <a:p>
          <a:endParaRPr lang="ru-RU"/>
        </a:p>
      </dgm:t>
    </dgm:pt>
    <dgm:pt modelId="{8B998030-4F06-4001-BFDA-1729C3B7657B}">
      <dgm:prSet phldrT="[Текст]" custT="1"/>
      <dgm:spPr/>
      <dgm:t>
        <a:bodyPr anchor="ctr"/>
        <a:lstStyle/>
        <a:p>
          <a:r>
            <a:rPr lang="ru-RU" sz="1100" dirty="0"/>
            <a:t> Внедрение</a:t>
          </a:r>
        </a:p>
      </dgm:t>
    </dgm:pt>
    <dgm:pt modelId="{59079906-200E-4C39-80C2-F36313248112}" type="parTrans" cxnId="{B7FE79D2-BAD0-4A8A-A519-DFF93DBF7B66}">
      <dgm:prSet/>
      <dgm:spPr/>
      <dgm:t>
        <a:bodyPr/>
        <a:lstStyle/>
        <a:p>
          <a:endParaRPr lang="ru-RU"/>
        </a:p>
      </dgm:t>
    </dgm:pt>
    <dgm:pt modelId="{F161BA06-95D3-4D65-AAAD-5C29D94B367C}" type="sibTrans" cxnId="{B7FE79D2-BAD0-4A8A-A519-DFF93DBF7B66}">
      <dgm:prSet/>
      <dgm:spPr/>
      <dgm:t>
        <a:bodyPr/>
        <a:lstStyle/>
        <a:p>
          <a:endParaRPr lang="ru-RU"/>
        </a:p>
      </dgm:t>
    </dgm:pt>
    <dgm:pt modelId="{522B8070-84DA-4954-BC05-3619676EC053}">
      <dgm:prSet custT="1"/>
      <dgm:spPr/>
      <dgm:t>
        <a:bodyPr anchor="ctr"/>
        <a:lstStyle/>
        <a:p>
          <a:r>
            <a:rPr lang="ru-RU" sz="1100" dirty="0"/>
            <a:t> Проектирование </a:t>
          </a:r>
        </a:p>
      </dgm:t>
    </dgm:pt>
    <dgm:pt modelId="{9C88C2F3-80A9-4244-AE6D-C39BA40947B0}" type="parTrans" cxnId="{3FA36690-46AB-4BF0-89B8-E7BE9BD7EE83}">
      <dgm:prSet/>
      <dgm:spPr/>
      <dgm:t>
        <a:bodyPr/>
        <a:lstStyle/>
        <a:p>
          <a:endParaRPr lang="ru-RU"/>
        </a:p>
      </dgm:t>
    </dgm:pt>
    <dgm:pt modelId="{4F77178E-08F7-4A35-947F-60D87732C348}" type="sibTrans" cxnId="{3FA36690-46AB-4BF0-89B8-E7BE9BD7EE83}">
      <dgm:prSet/>
      <dgm:spPr/>
      <dgm:t>
        <a:bodyPr/>
        <a:lstStyle/>
        <a:p>
          <a:endParaRPr lang="ru-RU"/>
        </a:p>
      </dgm:t>
    </dgm:pt>
    <dgm:pt modelId="{22E2059E-A3B1-4443-A7EF-E50406B3363C}">
      <dgm:prSet custT="1"/>
      <dgm:spPr/>
      <dgm:t>
        <a:bodyPr anchor="ctr"/>
        <a:lstStyle/>
        <a:p>
          <a:r>
            <a:rPr lang="ru-RU" sz="1100" dirty="0"/>
            <a:t> Реализация</a:t>
          </a:r>
        </a:p>
      </dgm:t>
    </dgm:pt>
    <dgm:pt modelId="{A6B6956D-7022-46D7-AE42-8679F615765C}" type="parTrans" cxnId="{D6BB4DD5-BD9C-431D-8306-CDFBDDCF127A}">
      <dgm:prSet/>
      <dgm:spPr/>
      <dgm:t>
        <a:bodyPr/>
        <a:lstStyle/>
        <a:p>
          <a:endParaRPr lang="ru-RU"/>
        </a:p>
      </dgm:t>
    </dgm:pt>
    <dgm:pt modelId="{3E916517-7200-446E-BFFA-F9D883B08BB6}" type="sibTrans" cxnId="{D6BB4DD5-BD9C-431D-8306-CDFBDDCF127A}">
      <dgm:prSet/>
      <dgm:spPr/>
      <dgm:t>
        <a:bodyPr/>
        <a:lstStyle/>
        <a:p>
          <a:endParaRPr lang="ru-RU"/>
        </a:p>
      </dgm:t>
    </dgm:pt>
    <dgm:pt modelId="{64A84954-8BFC-41F9-BA86-F46CA0A94002}">
      <dgm:prSet custT="1"/>
      <dgm:spPr/>
      <dgm:t>
        <a:bodyPr anchor="ctr"/>
        <a:lstStyle/>
        <a:p>
          <a:r>
            <a:rPr lang="ru-RU" sz="1100" dirty="0"/>
            <a:t> Внедрение и настройка</a:t>
          </a:r>
        </a:p>
      </dgm:t>
    </dgm:pt>
    <dgm:pt modelId="{883E5982-CEEC-4A83-ADB3-6E8F152CC0F9}" type="parTrans" cxnId="{E0E698DF-55C3-4420-8DD4-BDB52EF2C662}">
      <dgm:prSet/>
      <dgm:spPr/>
      <dgm:t>
        <a:bodyPr/>
        <a:lstStyle/>
        <a:p>
          <a:endParaRPr lang="ru-RU"/>
        </a:p>
      </dgm:t>
    </dgm:pt>
    <dgm:pt modelId="{0761B7A6-F64C-448F-A4D5-48B8ABD98DA5}" type="sibTrans" cxnId="{E0E698DF-55C3-4420-8DD4-BDB52EF2C662}">
      <dgm:prSet/>
      <dgm:spPr/>
      <dgm:t>
        <a:bodyPr/>
        <a:lstStyle/>
        <a:p>
          <a:endParaRPr lang="ru-RU"/>
        </a:p>
      </dgm:t>
    </dgm:pt>
    <dgm:pt modelId="{06CFB9BA-1095-4029-B1F2-E2B9A7725A40}">
      <dgm:prSet custT="1"/>
      <dgm:spPr/>
      <dgm:t>
        <a:bodyPr anchor="ctr"/>
        <a:lstStyle/>
        <a:p>
          <a:r>
            <a:rPr lang="ru-RU" sz="1100" dirty="0"/>
            <a:t> Сопровождение</a:t>
          </a:r>
        </a:p>
      </dgm:t>
    </dgm:pt>
    <dgm:pt modelId="{B754E6AC-13A5-4284-AB82-1515D513EBF8}" type="parTrans" cxnId="{591EEB58-C04B-4FAE-A11A-C2E3E1794436}">
      <dgm:prSet/>
      <dgm:spPr/>
      <dgm:t>
        <a:bodyPr/>
        <a:lstStyle/>
        <a:p>
          <a:endParaRPr lang="ru-RU"/>
        </a:p>
      </dgm:t>
    </dgm:pt>
    <dgm:pt modelId="{5CC57C0B-A863-4643-A503-54A997FAE084}" type="sibTrans" cxnId="{591EEB58-C04B-4FAE-A11A-C2E3E1794436}">
      <dgm:prSet/>
      <dgm:spPr/>
      <dgm:t>
        <a:bodyPr/>
        <a:lstStyle/>
        <a:p>
          <a:endParaRPr lang="ru-RU"/>
        </a:p>
      </dgm:t>
    </dgm:pt>
    <dgm:pt modelId="{2E8D7559-77DC-442E-A13A-609E2459594D}">
      <dgm:prSet custT="1"/>
      <dgm:spPr/>
      <dgm:t>
        <a:bodyPr anchor="ctr"/>
        <a:lstStyle/>
        <a:p>
          <a:r>
            <a:rPr lang="ru-RU" sz="1100" dirty="0"/>
            <a:t> Модернизация</a:t>
          </a:r>
        </a:p>
      </dgm:t>
    </dgm:pt>
    <dgm:pt modelId="{DED24630-8611-4584-82C1-08454F4B8183}" type="parTrans" cxnId="{E1F1178A-79E5-4994-BE9A-3F23E1F97D9B}">
      <dgm:prSet/>
      <dgm:spPr/>
      <dgm:t>
        <a:bodyPr/>
        <a:lstStyle/>
        <a:p>
          <a:endParaRPr lang="ru-RU"/>
        </a:p>
      </dgm:t>
    </dgm:pt>
    <dgm:pt modelId="{A5BBB593-884D-407D-A187-AD3C28529A4D}" type="sibTrans" cxnId="{E1F1178A-79E5-4994-BE9A-3F23E1F97D9B}">
      <dgm:prSet/>
      <dgm:spPr/>
      <dgm:t>
        <a:bodyPr/>
        <a:lstStyle/>
        <a:p>
          <a:endParaRPr lang="ru-RU"/>
        </a:p>
      </dgm:t>
    </dgm:pt>
    <dgm:pt modelId="{59486C0B-941D-4747-A0B2-2532E44AB22A}" type="pres">
      <dgm:prSet presAssocID="{DCED3CF7-4B98-4377-B190-9ABBD6BBEC80}" presName="Name0" presStyleCnt="0">
        <dgm:presLayoutVars>
          <dgm:dir/>
          <dgm:animLvl val="lvl"/>
          <dgm:resizeHandles/>
        </dgm:presLayoutVars>
      </dgm:prSet>
      <dgm:spPr/>
    </dgm:pt>
    <dgm:pt modelId="{B16F61A3-8C9B-4B5F-BA98-3B1641458ACC}" type="pres">
      <dgm:prSet presAssocID="{2AB668FA-7523-40B2-A52E-9024E3E1FCC6}" presName="linNode" presStyleCnt="0"/>
      <dgm:spPr/>
    </dgm:pt>
    <dgm:pt modelId="{5493F6A8-F4F5-434C-A9FA-58CD86C17EE6}" type="pres">
      <dgm:prSet presAssocID="{2AB668FA-7523-40B2-A52E-9024E3E1FCC6}" presName="parentShp" presStyleLbl="node1" presStyleIdx="0" presStyleCnt="3" custScaleX="92195">
        <dgm:presLayoutVars>
          <dgm:bulletEnabled val="1"/>
        </dgm:presLayoutVars>
      </dgm:prSet>
      <dgm:spPr/>
    </dgm:pt>
    <dgm:pt modelId="{6642801B-756E-4DC4-8F13-F4AEC1F53CD0}" type="pres">
      <dgm:prSet presAssocID="{2AB668FA-7523-40B2-A52E-9024E3E1FCC6}" presName="childShp" presStyleLbl="bgAccFollowNode1" presStyleIdx="0" presStyleCnt="3" custScaleY="124797" custLinFactNeighborX="6649" custLinFactNeighborY="-151">
        <dgm:presLayoutVars>
          <dgm:bulletEnabled val="1"/>
        </dgm:presLayoutVars>
      </dgm:prSet>
      <dgm:spPr/>
    </dgm:pt>
    <dgm:pt modelId="{E48ADF80-7F0F-479E-8235-5B8A7E1EEB63}" type="pres">
      <dgm:prSet presAssocID="{69B30290-B0C9-4F17-87EF-4A1BC55C2BD9}" presName="spacing" presStyleCnt="0"/>
      <dgm:spPr/>
    </dgm:pt>
    <dgm:pt modelId="{8A5D55B1-7C4E-44CD-B491-481B152E5AD8}" type="pres">
      <dgm:prSet presAssocID="{BDAE4AB2-E678-458A-9B9F-23F37267FC95}" presName="linNode" presStyleCnt="0"/>
      <dgm:spPr/>
    </dgm:pt>
    <dgm:pt modelId="{55FC1A1A-CFC9-47E1-97C7-F58E932C55B2}" type="pres">
      <dgm:prSet presAssocID="{BDAE4AB2-E678-458A-9B9F-23F37267FC95}" presName="parentShp" presStyleLbl="node1" presStyleIdx="1" presStyleCnt="3" custScaleX="92195">
        <dgm:presLayoutVars>
          <dgm:bulletEnabled val="1"/>
        </dgm:presLayoutVars>
      </dgm:prSet>
      <dgm:spPr/>
    </dgm:pt>
    <dgm:pt modelId="{5EA2B14A-8525-4788-B6DC-E5579DD18B2D}" type="pres">
      <dgm:prSet presAssocID="{BDAE4AB2-E678-458A-9B9F-23F37267FC95}" presName="childShp" presStyleLbl="bgAccFollowNode1" presStyleIdx="1" presStyleCnt="3" custScaleY="116206" custLinFactNeighborX="3211" custLinFactNeighborY="3057">
        <dgm:presLayoutVars>
          <dgm:bulletEnabled val="1"/>
        </dgm:presLayoutVars>
      </dgm:prSet>
      <dgm:spPr/>
    </dgm:pt>
    <dgm:pt modelId="{8FCAED6F-5B8E-4B4E-99B9-64E01861D2CE}" type="pres">
      <dgm:prSet presAssocID="{F0DF95E1-684F-48DD-902F-D5A2D6E6AE43}" presName="spacing" presStyleCnt="0"/>
      <dgm:spPr/>
    </dgm:pt>
    <dgm:pt modelId="{58F563C3-5EEF-4625-A3C4-CD90CDD612D1}" type="pres">
      <dgm:prSet presAssocID="{A358CE1F-2FA8-48F5-A421-5A56A4443B6E}" presName="linNode" presStyleCnt="0"/>
      <dgm:spPr/>
    </dgm:pt>
    <dgm:pt modelId="{8F1A65DD-D3D3-48A3-86A8-CD9DA7AE804E}" type="pres">
      <dgm:prSet presAssocID="{A358CE1F-2FA8-48F5-A421-5A56A4443B6E}" presName="parentShp" presStyleLbl="node1" presStyleIdx="2" presStyleCnt="3" custScaleX="92251">
        <dgm:presLayoutVars>
          <dgm:bulletEnabled val="1"/>
        </dgm:presLayoutVars>
      </dgm:prSet>
      <dgm:spPr/>
    </dgm:pt>
    <dgm:pt modelId="{61FABF33-360C-4BCA-A031-554AF714593C}" type="pres">
      <dgm:prSet presAssocID="{A358CE1F-2FA8-48F5-A421-5A56A4443B6E}" presName="childShp" presStyleLbl="bgAccFollowNode1" presStyleIdx="2" presStyleCnt="3" custScaleY="123657" custLinFactNeighborX="3208" custLinFactNeighborY="330">
        <dgm:presLayoutVars>
          <dgm:bulletEnabled val="1"/>
        </dgm:presLayoutVars>
      </dgm:prSet>
      <dgm:spPr/>
    </dgm:pt>
  </dgm:ptLst>
  <dgm:cxnLst>
    <dgm:cxn modelId="{3944FC00-9962-4751-A3A2-79F440C5069D}" srcId="{DCED3CF7-4B98-4377-B190-9ABBD6BBEC80}" destId="{BDAE4AB2-E678-458A-9B9F-23F37267FC95}" srcOrd="1" destOrd="0" parTransId="{A5FA7DEE-0109-4997-BEC8-14373224A17C}" sibTransId="{F0DF95E1-684F-48DD-902F-D5A2D6E6AE43}"/>
    <dgm:cxn modelId="{C5A4A50F-71DE-46FE-A1C3-CA60F68694ED}" type="presOf" srcId="{0F17D969-8F09-4DE4-9F92-C3E827386855}" destId="{6642801B-756E-4DC4-8F13-F4AEC1F53CD0}" srcOrd="0" destOrd="3" presId="urn:microsoft.com/office/officeart/2005/8/layout/vList6"/>
    <dgm:cxn modelId="{F2895811-C6AC-4AE9-895F-B5BD5FF7DE43}" srcId="{BDAE4AB2-E678-458A-9B9F-23F37267FC95}" destId="{09D7ACF8-2DC7-41BB-868D-DDF4C1B3AFA4}" srcOrd="0" destOrd="0" parTransId="{9105DE90-A248-4DB2-A3D8-9C25B10A5A9B}" sibTransId="{21A5EB80-E77D-4DED-BD3D-B5EA82DD2C9A}"/>
    <dgm:cxn modelId="{A3877812-E935-4A8E-8A7F-13F80675BF42}" srcId="{2AB668FA-7523-40B2-A52E-9024E3E1FCC6}" destId="{CEAA199D-7BBF-4956-B667-4E93A499B0CE}" srcOrd="2" destOrd="0" parTransId="{758BE7D9-632A-43FC-B3D2-AFFD0240241B}" sibTransId="{8CF1792A-FEC3-4937-959D-C38640BFD365}"/>
    <dgm:cxn modelId="{EEFF3A1D-F308-4205-84B6-696FE18BB682}" type="presOf" srcId="{522B8070-84DA-4954-BC05-3619676EC053}" destId="{61FABF33-360C-4BCA-A031-554AF714593C}" srcOrd="0" destOrd="0" presId="urn:microsoft.com/office/officeart/2005/8/layout/vList6"/>
    <dgm:cxn modelId="{60116624-DF5C-4129-A551-5AE0B082CBDC}" srcId="{2AB668FA-7523-40B2-A52E-9024E3E1FCC6}" destId="{7898091C-C2D8-47B2-8DE2-B3A4FD7E5299}" srcOrd="1" destOrd="0" parTransId="{123F3B97-1C87-46C5-9D12-4EB84E29D7FE}" sibTransId="{6CAAE91B-1C4D-415B-A366-07B6E5139B22}"/>
    <dgm:cxn modelId="{D93EDF35-701D-4DAF-B149-2129930878D8}" type="presOf" srcId="{E095A161-8CFF-4D38-B753-E6C10A730DD5}" destId="{6642801B-756E-4DC4-8F13-F4AEC1F53CD0}" srcOrd="0" destOrd="0" presId="urn:microsoft.com/office/officeart/2005/8/layout/vList6"/>
    <dgm:cxn modelId="{E94F8947-319D-438D-B98E-72FE6A94B922}" srcId="{2AB668FA-7523-40B2-A52E-9024E3E1FCC6}" destId="{0F17D969-8F09-4DE4-9F92-C3E827386855}" srcOrd="3" destOrd="0" parTransId="{B09C3402-CEAB-4A80-975E-380EF9461B1F}" sibTransId="{7397A446-C198-4CAC-9E17-7ED570FB6808}"/>
    <dgm:cxn modelId="{8250786A-E5DA-4087-A8EA-F640E2082A79}" srcId="{BDAE4AB2-E678-458A-9B9F-23F37267FC95}" destId="{74A27962-3D77-457C-9A12-A942D85CB4F6}" srcOrd="2" destOrd="0" parTransId="{F137613A-0C0D-4E48-80EE-286C40C58052}" sibTransId="{E3DD81C4-21A9-44CF-9EB9-54595B791EDC}"/>
    <dgm:cxn modelId="{D8CB796A-CC92-49F3-A45A-876AB611E8E7}" type="presOf" srcId="{22E2059E-A3B1-4443-A7EF-E50406B3363C}" destId="{61FABF33-360C-4BCA-A031-554AF714593C}" srcOrd="0" destOrd="1" presId="urn:microsoft.com/office/officeart/2005/8/layout/vList6"/>
    <dgm:cxn modelId="{F3A3914F-DAC9-41D7-91AB-90DE2F8BFA7C}" type="presOf" srcId="{A358CE1F-2FA8-48F5-A421-5A56A4443B6E}" destId="{8F1A65DD-D3D3-48A3-86A8-CD9DA7AE804E}" srcOrd="0" destOrd="0" presId="urn:microsoft.com/office/officeart/2005/8/layout/vList6"/>
    <dgm:cxn modelId="{302C0451-EA9A-4837-8103-916759D2C458}" type="presOf" srcId="{74A27962-3D77-457C-9A12-A942D85CB4F6}" destId="{5EA2B14A-8525-4788-B6DC-E5579DD18B2D}" srcOrd="0" destOrd="2" presId="urn:microsoft.com/office/officeart/2005/8/layout/vList6"/>
    <dgm:cxn modelId="{80F36276-3B7F-426E-B2EA-2A087CA88176}" srcId="{DCED3CF7-4B98-4377-B190-9ABBD6BBEC80}" destId="{2AB668FA-7523-40B2-A52E-9024E3E1FCC6}" srcOrd="0" destOrd="0" parTransId="{A2DA911F-B065-48D3-BCA8-57FCA71015BA}" sibTransId="{69B30290-B0C9-4F17-87EF-4A1BC55C2BD9}"/>
    <dgm:cxn modelId="{591EEB58-C04B-4FAE-A11A-C2E3E1794436}" srcId="{A358CE1F-2FA8-48F5-A421-5A56A4443B6E}" destId="{06CFB9BA-1095-4029-B1F2-E2B9A7725A40}" srcOrd="3" destOrd="0" parTransId="{B754E6AC-13A5-4284-AB82-1515D513EBF8}" sibTransId="{5CC57C0B-A863-4643-A503-54A997FAE084}"/>
    <dgm:cxn modelId="{CB18325A-23D7-4B3C-B7C5-E7E58BF70A1E}" type="presOf" srcId="{7898091C-C2D8-47B2-8DE2-B3A4FD7E5299}" destId="{6642801B-756E-4DC4-8F13-F4AEC1F53CD0}" srcOrd="0" destOrd="1" presId="urn:microsoft.com/office/officeart/2005/8/layout/vList6"/>
    <dgm:cxn modelId="{E1F1178A-79E5-4994-BE9A-3F23E1F97D9B}" srcId="{A358CE1F-2FA8-48F5-A421-5A56A4443B6E}" destId="{2E8D7559-77DC-442E-A13A-609E2459594D}" srcOrd="4" destOrd="0" parTransId="{DED24630-8611-4584-82C1-08454F4B8183}" sibTransId="{A5BBB593-884D-407D-A187-AD3C28529A4D}"/>
    <dgm:cxn modelId="{14FA7C8C-ED77-4970-B946-A70A226B3D3D}" srcId="{BDAE4AB2-E678-458A-9B9F-23F37267FC95}" destId="{82D6DC57-5C96-4217-8DBF-010B681E4E7D}" srcOrd="1" destOrd="0" parTransId="{CAE7296D-403C-459E-8FB7-FF54D0D7D90F}" sibTransId="{A8A540B4-BEE3-46C9-8269-21E4BD61D957}"/>
    <dgm:cxn modelId="{3FA36690-46AB-4BF0-89B8-E7BE9BD7EE83}" srcId="{A358CE1F-2FA8-48F5-A421-5A56A4443B6E}" destId="{522B8070-84DA-4954-BC05-3619676EC053}" srcOrd="0" destOrd="0" parTransId="{9C88C2F3-80A9-4244-AE6D-C39BA40947B0}" sibTransId="{4F77178E-08F7-4A35-947F-60D87732C348}"/>
    <dgm:cxn modelId="{EF759292-605A-46B0-AB29-91F1728EF5B4}" type="presOf" srcId="{C4F4107E-6A3D-4237-A862-B5D8C398FE5B}" destId="{6642801B-756E-4DC4-8F13-F4AEC1F53CD0}" srcOrd="0" destOrd="4" presId="urn:microsoft.com/office/officeart/2005/8/layout/vList6"/>
    <dgm:cxn modelId="{9973019B-EB7C-4F7D-9C6B-E00F9B27264F}" srcId="{DCED3CF7-4B98-4377-B190-9ABBD6BBEC80}" destId="{A358CE1F-2FA8-48F5-A421-5A56A4443B6E}" srcOrd="2" destOrd="0" parTransId="{A1AFA718-04D0-4C83-BEC5-9D1000A38B30}" sibTransId="{3068C938-1CBF-4DD8-BB02-F495971F9624}"/>
    <dgm:cxn modelId="{607A3BA3-06ED-4F48-A3B0-7CA44631773E}" type="presOf" srcId="{CEAA199D-7BBF-4956-B667-4E93A499B0CE}" destId="{6642801B-756E-4DC4-8F13-F4AEC1F53CD0}" srcOrd="0" destOrd="2" presId="urn:microsoft.com/office/officeart/2005/8/layout/vList6"/>
    <dgm:cxn modelId="{C6FCE5A4-3D05-4DA4-9A24-3C2C04EC9EE1}" type="presOf" srcId="{8B998030-4F06-4001-BFDA-1729C3B7657B}" destId="{5EA2B14A-8525-4788-B6DC-E5579DD18B2D}" srcOrd="0" destOrd="3" presId="urn:microsoft.com/office/officeart/2005/8/layout/vList6"/>
    <dgm:cxn modelId="{10A87AB6-5630-47F3-B3A2-902C148200F6}" srcId="{2AB668FA-7523-40B2-A52E-9024E3E1FCC6}" destId="{C4F4107E-6A3D-4237-A862-B5D8C398FE5B}" srcOrd="4" destOrd="0" parTransId="{6448494F-077D-4861-9A77-FFEEDDF41537}" sibTransId="{CD17476F-7DA2-4C55-BE2A-5659283F9ACE}"/>
    <dgm:cxn modelId="{73DA48BA-4D57-4CC0-89FB-9877761299B6}" type="presOf" srcId="{64A84954-8BFC-41F9-BA86-F46CA0A94002}" destId="{61FABF33-360C-4BCA-A031-554AF714593C}" srcOrd="0" destOrd="2" presId="urn:microsoft.com/office/officeart/2005/8/layout/vList6"/>
    <dgm:cxn modelId="{F99ECFBA-F6B2-46E0-BE7C-FE906350CC10}" type="presOf" srcId="{2AB668FA-7523-40B2-A52E-9024E3E1FCC6}" destId="{5493F6A8-F4F5-434C-A9FA-58CD86C17EE6}" srcOrd="0" destOrd="0" presId="urn:microsoft.com/office/officeart/2005/8/layout/vList6"/>
    <dgm:cxn modelId="{B7FE79D2-BAD0-4A8A-A519-DFF93DBF7B66}" srcId="{BDAE4AB2-E678-458A-9B9F-23F37267FC95}" destId="{8B998030-4F06-4001-BFDA-1729C3B7657B}" srcOrd="3" destOrd="0" parTransId="{59079906-200E-4C39-80C2-F36313248112}" sibTransId="{F161BA06-95D3-4D65-AAAD-5C29D94B367C}"/>
    <dgm:cxn modelId="{D6BB4DD5-BD9C-431D-8306-CDFBDDCF127A}" srcId="{A358CE1F-2FA8-48F5-A421-5A56A4443B6E}" destId="{22E2059E-A3B1-4443-A7EF-E50406B3363C}" srcOrd="1" destOrd="0" parTransId="{A6B6956D-7022-46D7-AE42-8679F615765C}" sibTransId="{3E916517-7200-446E-BFFA-F9D883B08BB6}"/>
    <dgm:cxn modelId="{72B192D6-32A3-468A-B40C-D32FEC34FEC1}" srcId="{2AB668FA-7523-40B2-A52E-9024E3E1FCC6}" destId="{E095A161-8CFF-4D38-B753-E6C10A730DD5}" srcOrd="0" destOrd="0" parTransId="{0162D32E-192E-4C6B-8FB4-695D29561659}" sibTransId="{31CCCB3A-B76D-4EE5-B823-9D2C8C22FB97}"/>
    <dgm:cxn modelId="{CED6CEDA-D340-48A0-ADF5-2D6EF19FF565}" type="presOf" srcId="{06CFB9BA-1095-4029-B1F2-E2B9A7725A40}" destId="{61FABF33-360C-4BCA-A031-554AF714593C}" srcOrd="0" destOrd="3" presId="urn:microsoft.com/office/officeart/2005/8/layout/vList6"/>
    <dgm:cxn modelId="{E0E698DF-55C3-4420-8DD4-BDB52EF2C662}" srcId="{A358CE1F-2FA8-48F5-A421-5A56A4443B6E}" destId="{64A84954-8BFC-41F9-BA86-F46CA0A94002}" srcOrd="2" destOrd="0" parTransId="{883E5982-CEEC-4A83-ADB3-6E8F152CC0F9}" sibTransId="{0761B7A6-F64C-448F-A4D5-48B8ABD98DA5}"/>
    <dgm:cxn modelId="{E63CEDDF-F54D-4E10-B51D-18BA6BFB7207}" type="presOf" srcId="{BDAE4AB2-E678-458A-9B9F-23F37267FC95}" destId="{55FC1A1A-CFC9-47E1-97C7-F58E932C55B2}" srcOrd="0" destOrd="0" presId="urn:microsoft.com/office/officeart/2005/8/layout/vList6"/>
    <dgm:cxn modelId="{06377FE6-1F4B-45BE-B0B2-9A539C62BE50}" type="presOf" srcId="{2E8D7559-77DC-442E-A13A-609E2459594D}" destId="{61FABF33-360C-4BCA-A031-554AF714593C}" srcOrd="0" destOrd="4" presId="urn:microsoft.com/office/officeart/2005/8/layout/vList6"/>
    <dgm:cxn modelId="{1A51E9E8-ED95-49BB-B751-5C1DADD59B76}" type="presOf" srcId="{82D6DC57-5C96-4217-8DBF-010B681E4E7D}" destId="{5EA2B14A-8525-4788-B6DC-E5579DD18B2D}" srcOrd="0" destOrd="1" presId="urn:microsoft.com/office/officeart/2005/8/layout/vList6"/>
    <dgm:cxn modelId="{D8509AF4-5119-4F9E-9AC3-1A644355BEE4}" type="presOf" srcId="{DCED3CF7-4B98-4377-B190-9ABBD6BBEC80}" destId="{59486C0B-941D-4747-A0B2-2532E44AB22A}" srcOrd="0" destOrd="0" presId="urn:microsoft.com/office/officeart/2005/8/layout/vList6"/>
    <dgm:cxn modelId="{C14160FB-94A9-414B-AAC7-9A7251A8D1A0}" type="presOf" srcId="{09D7ACF8-2DC7-41BB-868D-DDF4C1B3AFA4}" destId="{5EA2B14A-8525-4788-B6DC-E5579DD18B2D}" srcOrd="0" destOrd="0" presId="urn:microsoft.com/office/officeart/2005/8/layout/vList6"/>
    <dgm:cxn modelId="{458245A0-C0C3-49CC-B66C-5BA642B9821A}" type="presParOf" srcId="{59486C0B-941D-4747-A0B2-2532E44AB22A}" destId="{B16F61A3-8C9B-4B5F-BA98-3B1641458ACC}" srcOrd="0" destOrd="0" presId="urn:microsoft.com/office/officeart/2005/8/layout/vList6"/>
    <dgm:cxn modelId="{380AA0AE-086F-4520-8355-3416CCF9B5AE}" type="presParOf" srcId="{B16F61A3-8C9B-4B5F-BA98-3B1641458ACC}" destId="{5493F6A8-F4F5-434C-A9FA-58CD86C17EE6}" srcOrd="0" destOrd="0" presId="urn:microsoft.com/office/officeart/2005/8/layout/vList6"/>
    <dgm:cxn modelId="{689CFBC5-3687-4D1B-AD75-4EE133A8F874}" type="presParOf" srcId="{B16F61A3-8C9B-4B5F-BA98-3B1641458ACC}" destId="{6642801B-756E-4DC4-8F13-F4AEC1F53CD0}" srcOrd="1" destOrd="0" presId="urn:microsoft.com/office/officeart/2005/8/layout/vList6"/>
    <dgm:cxn modelId="{3A03B12C-A254-4A97-A25E-D549C7F78170}" type="presParOf" srcId="{59486C0B-941D-4747-A0B2-2532E44AB22A}" destId="{E48ADF80-7F0F-479E-8235-5B8A7E1EEB63}" srcOrd="1" destOrd="0" presId="urn:microsoft.com/office/officeart/2005/8/layout/vList6"/>
    <dgm:cxn modelId="{104FF868-C14A-40B6-AC75-961ED02012B7}" type="presParOf" srcId="{59486C0B-941D-4747-A0B2-2532E44AB22A}" destId="{8A5D55B1-7C4E-44CD-B491-481B152E5AD8}" srcOrd="2" destOrd="0" presId="urn:microsoft.com/office/officeart/2005/8/layout/vList6"/>
    <dgm:cxn modelId="{25CDDFCE-F20B-4210-BB2A-426E13AB80F5}" type="presParOf" srcId="{8A5D55B1-7C4E-44CD-B491-481B152E5AD8}" destId="{55FC1A1A-CFC9-47E1-97C7-F58E932C55B2}" srcOrd="0" destOrd="0" presId="urn:microsoft.com/office/officeart/2005/8/layout/vList6"/>
    <dgm:cxn modelId="{A2FACA24-DBF1-4613-92E9-EC05D3273B82}" type="presParOf" srcId="{8A5D55B1-7C4E-44CD-B491-481B152E5AD8}" destId="{5EA2B14A-8525-4788-B6DC-E5579DD18B2D}" srcOrd="1" destOrd="0" presId="urn:microsoft.com/office/officeart/2005/8/layout/vList6"/>
    <dgm:cxn modelId="{007FD410-0CAC-46BC-9390-2CDC169C9AA3}" type="presParOf" srcId="{59486C0B-941D-4747-A0B2-2532E44AB22A}" destId="{8FCAED6F-5B8E-4B4E-99B9-64E01861D2CE}" srcOrd="3" destOrd="0" presId="urn:microsoft.com/office/officeart/2005/8/layout/vList6"/>
    <dgm:cxn modelId="{0B7DB5FA-B629-4D21-AE07-08821DC05D83}" type="presParOf" srcId="{59486C0B-941D-4747-A0B2-2532E44AB22A}" destId="{58F563C3-5EEF-4625-A3C4-CD90CDD612D1}" srcOrd="4" destOrd="0" presId="urn:microsoft.com/office/officeart/2005/8/layout/vList6"/>
    <dgm:cxn modelId="{BDC64ACE-79A9-41D8-B0AC-5FD0B52B8031}" type="presParOf" srcId="{58F563C3-5EEF-4625-A3C4-CD90CDD612D1}" destId="{8F1A65DD-D3D3-48A3-86A8-CD9DA7AE804E}" srcOrd="0" destOrd="0" presId="urn:microsoft.com/office/officeart/2005/8/layout/vList6"/>
    <dgm:cxn modelId="{8B76C590-89D7-467B-AF7B-1A43236E891C}" type="presParOf" srcId="{58F563C3-5EEF-4625-A3C4-CD90CDD612D1}" destId="{61FABF33-360C-4BCA-A031-554AF714593C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4A097B-84AC-452E-B89E-EB2A69743CD2}" type="doc">
      <dgm:prSet loTypeId="urn:microsoft.com/office/officeart/2005/8/layout/gear1" loCatId="cycle" qsTypeId="urn:microsoft.com/office/officeart/2005/8/quickstyle/3d5" qsCatId="3D" csTypeId="urn:microsoft.com/office/officeart/2005/8/colors/accent1_2" csCatId="accent1" phldr="1"/>
      <dgm:spPr/>
    </dgm:pt>
    <dgm:pt modelId="{A17405EB-36A4-4A23-9D92-871972891A3F}">
      <dgm:prSet phldrT="[Текст]" custT="1"/>
      <dgm:spPr/>
      <dgm:t>
        <a:bodyPr lIns="0" tIns="0" rIns="0" bIns="0"/>
        <a:lstStyle/>
        <a:p>
          <a:r>
            <a:rPr lang="ru-RU" sz="1000" dirty="0"/>
            <a:t>Производительность</a:t>
          </a:r>
          <a:endParaRPr lang="ru-RU" sz="800" dirty="0"/>
        </a:p>
      </dgm:t>
    </dgm:pt>
    <dgm:pt modelId="{340D9359-41FE-42E3-A375-FAD7351ACA1F}" type="parTrans" cxnId="{5F34388B-DDCD-4873-AA7F-CFDE2CDC0589}">
      <dgm:prSet/>
      <dgm:spPr/>
      <dgm:t>
        <a:bodyPr/>
        <a:lstStyle/>
        <a:p>
          <a:endParaRPr lang="ru-RU"/>
        </a:p>
      </dgm:t>
    </dgm:pt>
    <dgm:pt modelId="{33DCD4A6-FA8B-4A6A-B8DC-C645D40BC495}" type="sibTrans" cxnId="{5F34388B-DDCD-4873-AA7F-CFDE2CDC0589}">
      <dgm:prSet/>
      <dgm:spPr/>
      <dgm:t>
        <a:bodyPr/>
        <a:lstStyle/>
        <a:p>
          <a:endParaRPr lang="ru-RU"/>
        </a:p>
      </dgm:t>
    </dgm:pt>
    <dgm:pt modelId="{D84EAF78-2CF1-4EC2-9EF2-01A9325729CC}">
      <dgm:prSet phldrT="[Текст]"/>
      <dgm:spPr/>
      <dgm:t>
        <a:bodyPr/>
        <a:lstStyle/>
        <a:p>
          <a:r>
            <a:rPr lang="ru-RU" dirty="0"/>
            <a:t>Качество</a:t>
          </a:r>
        </a:p>
      </dgm:t>
    </dgm:pt>
    <dgm:pt modelId="{13A84F6E-1426-45BE-93AC-74D6E17E8370}" type="parTrans" cxnId="{8E3B647E-64C0-4611-BDFA-8A475BCEB03C}">
      <dgm:prSet/>
      <dgm:spPr/>
      <dgm:t>
        <a:bodyPr/>
        <a:lstStyle/>
        <a:p>
          <a:endParaRPr lang="ru-RU"/>
        </a:p>
      </dgm:t>
    </dgm:pt>
    <dgm:pt modelId="{95662243-AF63-4CE2-98D8-47E0F5FB4155}" type="sibTrans" cxnId="{8E3B647E-64C0-4611-BDFA-8A475BCEB03C}">
      <dgm:prSet/>
      <dgm:spPr/>
      <dgm:t>
        <a:bodyPr/>
        <a:lstStyle/>
        <a:p>
          <a:endParaRPr lang="ru-RU"/>
        </a:p>
      </dgm:t>
    </dgm:pt>
    <dgm:pt modelId="{D857B55B-586C-4BA3-8EDD-5C36B2F312A4}">
      <dgm:prSet phldrT="[Текст]"/>
      <dgm:spPr/>
      <dgm:t>
        <a:bodyPr/>
        <a:lstStyle/>
        <a:p>
          <a:r>
            <a:rPr lang="ru-RU" dirty="0"/>
            <a:t>Эффективность</a:t>
          </a:r>
        </a:p>
      </dgm:t>
    </dgm:pt>
    <dgm:pt modelId="{CFEA6F3E-C897-40C4-89BD-C523F383881B}" type="parTrans" cxnId="{600D3650-2B2E-41E3-B9C8-9C84591C2DD1}">
      <dgm:prSet/>
      <dgm:spPr/>
      <dgm:t>
        <a:bodyPr/>
        <a:lstStyle/>
        <a:p>
          <a:endParaRPr lang="ru-RU"/>
        </a:p>
      </dgm:t>
    </dgm:pt>
    <dgm:pt modelId="{E1099348-AAF7-4FC8-B1E5-C5417FA30D8A}" type="sibTrans" cxnId="{600D3650-2B2E-41E3-B9C8-9C84591C2DD1}">
      <dgm:prSet/>
      <dgm:spPr/>
      <dgm:t>
        <a:bodyPr/>
        <a:lstStyle/>
        <a:p>
          <a:endParaRPr lang="ru-RU"/>
        </a:p>
      </dgm:t>
    </dgm:pt>
    <dgm:pt modelId="{46B9BE01-F7B3-4B04-B20D-43AAB8300CCC}" type="pres">
      <dgm:prSet presAssocID="{504A097B-84AC-452E-B89E-EB2A69743CD2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FAC8A40-FEBE-4312-B653-8ACA43B27446}" type="pres">
      <dgm:prSet presAssocID="{A17405EB-36A4-4A23-9D92-871972891A3F}" presName="gear1" presStyleLbl="node1" presStyleIdx="0" presStyleCnt="3" custAng="20617685" custScaleX="108231" custScaleY="109834" custLinFactNeighborX="-2274" custLinFactNeighborY="-6934">
        <dgm:presLayoutVars>
          <dgm:chMax val="1"/>
          <dgm:bulletEnabled val="1"/>
        </dgm:presLayoutVars>
      </dgm:prSet>
      <dgm:spPr/>
    </dgm:pt>
    <dgm:pt modelId="{3CDD4CDB-D649-42A3-9365-C669F414490A}" type="pres">
      <dgm:prSet presAssocID="{A17405EB-36A4-4A23-9D92-871972891A3F}" presName="gear1srcNode" presStyleLbl="node1" presStyleIdx="0" presStyleCnt="3"/>
      <dgm:spPr/>
    </dgm:pt>
    <dgm:pt modelId="{0C0FFB00-DDAD-4B20-A250-CE02E3F8884E}" type="pres">
      <dgm:prSet presAssocID="{A17405EB-36A4-4A23-9D92-871972891A3F}" presName="gear1dstNode" presStyleLbl="node1" presStyleIdx="0" presStyleCnt="3"/>
      <dgm:spPr/>
    </dgm:pt>
    <dgm:pt modelId="{B4FB972F-81BF-4B63-9154-7616B1E78744}" type="pres">
      <dgm:prSet presAssocID="{D84EAF78-2CF1-4EC2-9EF2-01A9325729CC}" presName="gear2" presStyleLbl="node1" presStyleIdx="1" presStyleCnt="3" custAng="537058" custScaleX="118531" custScaleY="119831" custLinFactNeighborX="-21063" custLinFactNeighborY="46679">
        <dgm:presLayoutVars>
          <dgm:chMax val="1"/>
          <dgm:bulletEnabled val="1"/>
        </dgm:presLayoutVars>
      </dgm:prSet>
      <dgm:spPr/>
    </dgm:pt>
    <dgm:pt modelId="{9CEAD188-9319-41A3-BD7E-4762CC8E8180}" type="pres">
      <dgm:prSet presAssocID="{D84EAF78-2CF1-4EC2-9EF2-01A9325729CC}" presName="gear2srcNode" presStyleLbl="node1" presStyleIdx="1" presStyleCnt="3"/>
      <dgm:spPr/>
    </dgm:pt>
    <dgm:pt modelId="{EF46EE67-D304-4FF3-853E-B82A7B877DF3}" type="pres">
      <dgm:prSet presAssocID="{D84EAF78-2CF1-4EC2-9EF2-01A9325729CC}" presName="gear2dstNode" presStyleLbl="node1" presStyleIdx="1" presStyleCnt="3"/>
      <dgm:spPr/>
    </dgm:pt>
    <dgm:pt modelId="{F0FAA869-8447-4099-B8A4-F4F667AD503F}" type="pres">
      <dgm:prSet presAssocID="{D857B55B-586C-4BA3-8EDD-5C36B2F312A4}" presName="gear3" presStyleLbl="node1" presStyleIdx="2" presStyleCnt="3" custAng="320420" custScaleX="125044" custScaleY="127048" custLinFactNeighborX="-49578" custLinFactNeighborY="9970"/>
      <dgm:spPr/>
    </dgm:pt>
    <dgm:pt modelId="{55FA2BFB-75F5-4C00-B82D-1025FFA2E3CF}" type="pres">
      <dgm:prSet presAssocID="{D857B55B-586C-4BA3-8EDD-5C36B2F312A4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487C84BF-2C5B-4866-8995-8E15074F957F}" type="pres">
      <dgm:prSet presAssocID="{D857B55B-586C-4BA3-8EDD-5C36B2F312A4}" presName="gear3srcNode" presStyleLbl="node1" presStyleIdx="2" presStyleCnt="3"/>
      <dgm:spPr/>
    </dgm:pt>
    <dgm:pt modelId="{F7D26A27-006B-4A7C-954B-6AE0CEBE148D}" type="pres">
      <dgm:prSet presAssocID="{D857B55B-586C-4BA3-8EDD-5C36B2F312A4}" presName="gear3dstNode" presStyleLbl="node1" presStyleIdx="2" presStyleCnt="3"/>
      <dgm:spPr/>
    </dgm:pt>
    <dgm:pt modelId="{AC0E5CD9-FBBB-45C9-B355-FE2B6C13FB9A}" type="pres">
      <dgm:prSet presAssocID="{33DCD4A6-FA8B-4A6A-B8DC-C645D40BC495}" presName="connector1" presStyleLbl="sibTrans2D1" presStyleIdx="0" presStyleCnt="3" custLinFactNeighborX="1509" custLinFactNeighborY="-3612"/>
      <dgm:spPr/>
    </dgm:pt>
    <dgm:pt modelId="{6AD0CDDB-DF0B-4A6E-8A1C-86D765852321}" type="pres">
      <dgm:prSet presAssocID="{95662243-AF63-4CE2-98D8-47E0F5FB4155}" presName="connector2" presStyleLbl="sibTrans2D1" presStyleIdx="1" presStyleCnt="3" custLinFactNeighborX="-14399" custLinFactNeighborY="34026"/>
      <dgm:spPr/>
    </dgm:pt>
    <dgm:pt modelId="{92C4AEB1-43B0-41FB-BB21-C2C15B7067CE}" type="pres">
      <dgm:prSet presAssocID="{E1099348-AAF7-4FC8-B1E5-C5417FA30D8A}" presName="connector3" presStyleLbl="sibTrans2D1" presStyleIdx="2" presStyleCnt="3" custLinFactNeighborX="-45801" custLinFactNeighborY="14434"/>
      <dgm:spPr/>
    </dgm:pt>
  </dgm:ptLst>
  <dgm:cxnLst>
    <dgm:cxn modelId="{DC959E01-1DB7-4138-B6A8-2C7DFEC9D6BC}" type="presOf" srcId="{E1099348-AAF7-4FC8-B1E5-C5417FA30D8A}" destId="{92C4AEB1-43B0-41FB-BB21-C2C15B7067CE}" srcOrd="0" destOrd="0" presId="urn:microsoft.com/office/officeart/2005/8/layout/gear1"/>
    <dgm:cxn modelId="{F7DD4917-C226-4342-AA86-9C927D70B7FD}" type="presOf" srcId="{D84EAF78-2CF1-4EC2-9EF2-01A9325729CC}" destId="{EF46EE67-D304-4FF3-853E-B82A7B877DF3}" srcOrd="2" destOrd="0" presId="urn:microsoft.com/office/officeart/2005/8/layout/gear1"/>
    <dgm:cxn modelId="{C5DABF3D-98CF-4715-BC07-442D0A3237EB}" type="presOf" srcId="{A17405EB-36A4-4A23-9D92-871972891A3F}" destId="{BFAC8A40-FEBE-4312-B653-8ACA43B27446}" srcOrd="0" destOrd="0" presId="urn:microsoft.com/office/officeart/2005/8/layout/gear1"/>
    <dgm:cxn modelId="{1B59A34F-9F38-4624-AD7B-4447D5FE78C7}" type="presOf" srcId="{A17405EB-36A4-4A23-9D92-871972891A3F}" destId="{3CDD4CDB-D649-42A3-9365-C669F414490A}" srcOrd="1" destOrd="0" presId="urn:microsoft.com/office/officeart/2005/8/layout/gear1"/>
    <dgm:cxn modelId="{600D3650-2B2E-41E3-B9C8-9C84591C2DD1}" srcId="{504A097B-84AC-452E-B89E-EB2A69743CD2}" destId="{D857B55B-586C-4BA3-8EDD-5C36B2F312A4}" srcOrd="2" destOrd="0" parTransId="{CFEA6F3E-C897-40C4-89BD-C523F383881B}" sibTransId="{E1099348-AAF7-4FC8-B1E5-C5417FA30D8A}"/>
    <dgm:cxn modelId="{BEEE8D57-E04E-4A6E-AD33-107812D8A25E}" type="presOf" srcId="{D857B55B-586C-4BA3-8EDD-5C36B2F312A4}" destId="{F7D26A27-006B-4A7C-954B-6AE0CEBE148D}" srcOrd="3" destOrd="0" presId="urn:microsoft.com/office/officeart/2005/8/layout/gear1"/>
    <dgm:cxn modelId="{8E3B647E-64C0-4611-BDFA-8A475BCEB03C}" srcId="{504A097B-84AC-452E-B89E-EB2A69743CD2}" destId="{D84EAF78-2CF1-4EC2-9EF2-01A9325729CC}" srcOrd="1" destOrd="0" parTransId="{13A84F6E-1426-45BE-93AC-74D6E17E8370}" sibTransId="{95662243-AF63-4CE2-98D8-47E0F5FB4155}"/>
    <dgm:cxn modelId="{C5B3A982-3F94-406B-9E53-B17480EBD7E1}" type="presOf" srcId="{A17405EB-36A4-4A23-9D92-871972891A3F}" destId="{0C0FFB00-DDAD-4B20-A250-CE02E3F8884E}" srcOrd="2" destOrd="0" presId="urn:microsoft.com/office/officeart/2005/8/layout/gear1"/>
    <dgm:cxn modelId="{933C8F83-33B9-46BF-BB45-E6449A79D451}" type="presOf" srcId="{33DCD4A6-FA8B-4A6A-B8DC-C645D40BC495}" destId="{AC0E5CD9-FBBB-45C9-B355-FE2B6C13FB9A}" srcOrd="0" destOrd="0" presId="urn:microsoft.com/office/officeart/2005/8/layout/gear1"/>
    <dgm:cxn modelId="{94B38888-7AFD-4A90-BBC1-0FE78C439F7B}" type="presOf" srcId="{D857B55B-586C-4BA3-8EDD-5C36B2F312A4}" destId="{487C84BF-2C5B-4866-8995-8E15074F957F}" srcOrd="2" destOrd="0" presId="urn:microsoft.com/office/officeart/2005/8/layout/gear1"/>
    <dgm:cxn modelId="{5F34388B-DDCD-4873-AA7F-CFDE2CDC0589}" srcId="{504A097B-84AC-452E-B89E-EB2A69743CD2}" destId="{A17405EB-36A4-4A23-9D92-871972891A3F}" srcOrd="0" destOrd="0" parTransId="{340D9359-41FE-42E3-A375-FAD7351ACA1F}" sibTransId="{33DCD4A6-FA8B-4A6A-B8DC-C645D40BC495}"/>
    <dgm:cxn modelId="{8856749B-ACE3-4924-BB65-AED0C360EF47}" type="presOf" srcId="{D857B55B-586C-4BA3-8EDD-5C36B2F312A4}" destId="{F0FAA869-8447-4099-B8A4-F4F667AD503F}" srcOrd="0" destOrd="0" presId="urn:microsoft.com/office/officeart/2005/8/layout/gear1"/>
    <dgm:cxn modelId="{9C5D669C-4652-4DD1-9479-D870F14F1FAE}" type="presOf" srcId="{D857B55B-586C-4BA3-8EDD-5C36B2F312A4}" destId="{55FA2BFB-75F5-4C00-B82D-1025FFA2E3CF}" srcOrd="1" destOrd="0" presId="urn:microsoft.com/office/officeart/2005/8/layout/gear1"/>
    <dgm:cxn modelId="{18B523A2-85D4-4FD6-A7CF-2F46EF5B133F}" type="presOf" srcId="{D84EAF78-2CF1-4EC2-9EF2-01A9325729CC}" destId="{9CEAD188-9319-41A3-BD7E-4762CC8E8180}" srcOrd="1" destOrd="0" presId="urn:microsoft.com/office/officeart/2005/8/layout/gear1"/>
    <dgm:cxn modelId="{4AD3AEB7-D3C4-44D4-BDD5-6A4220DF9E51}" type="presOf" srcId="{95662243-AF63-4CE2-98D8-47E0F5FB4155}" destId="{6AD0CDDB-DF0B-4A6E-8A1C-86D765852321}" srcOrd="0" destOrd="0" presId="urn:microsoft.com/office/officeart/2005/8/layout/gear1"/>
    <dgm:cxn modelId="{D83571BF-241F-472D-A5A7-B2A6516DC16B}" type="presOf" srcId="{504A097B-84AC-452E-B89E-EB2A69743CD2}" destId="{46B9BE01-F7B3-4B04-B20D-43AAB8300CCC}" srcOrd="0" destOrd="0" presId="urn:microsoft.com/office/officeart/2005/8/layout/gear1"/>
    <dgm:cxn modelId="{94AE9FFF-0987-4739-9267-DB8F905F0933}" type="presOf" srcId="{D84EAF78-2CF1-4EC2-9EF2-01A9325729CC}" destId="{B4FB972F-81BF-4B63-9154-7616B1E78744}" srcOrd="0" destOrd="0" presId="urn:microsoft.com/office/officeart/2005/8/layout/gear1"/>
    <dgm:cxn modelId="{860F5959-2255-4209-99B0-FF968B32014C}" type="presParOf" srcId="{46B9BE01-F7B3-4B04-B20D-43AAB8300CCC}" destId="{BFAC8A40-FEBE-4312-B653-8ACA43B27446}" srcOrd="0" destOrd="0" presId="urn:microsoft.com/office/officeart/2005/8/layout/gear1"/>
    <dgm:cxn modelId="{D65CEE19-EFE1-4CAF-BD90-1A27EF4B2394}" type="presParOf" srcId="{46B9BE01-F7B3-4B04-B20D-43AAB8300CCC}" destId="{3CDD4CDB-D649-42A3-9365-C669F414490A}" srcOrd="1" destOrd="0" presId="urn:microsoft.com/office/officeart/2005/8/layout/gear1"/>
    <dgm:cxn modelId="{982D92E1-0AA8-4B43-8EC2-586918780E4F}" type="presParOf" srcId="{46B9BE01-F7B3-4B04-B20D-43AAB8300CCC}" destId="{0C0FFB00-DDAD-4B20-A250-CE02E3F8884E}" srcOrd="2" destOrd="0" presId="urn:microsoft.com/office/officeart/2005/8/layout/gear1"/>
    <dgm:cxn modelId="{A483FC88-28C6-45E9-92B7-A97B6C47FD98}" type="presParOf" srcId="{46B9BE01-F7B3-4B04-B20D-43AAB8300CCC}" destId="{B4FB972F-81BF-4B63-9154-7616B1E78744}" srcOrd="3" destOrd="0" presId="urn:microsoft.com/office/officeart/2005/8/layout/gear1"/>
    <dgm:cxn modelId="{F3DB6F8D-8AAA-435E-AD5D-72D1DB48DBEE}" type="presParOf" srcId="{46B9BE01-F7B3-4B04-B20D-43AAB8300CCC}" destId="{9CEAD188-9319-41A3-BD7E-4762CC8E8180}" srcOrd="4" destOrd="0" presId="urn:microsoft.com/office/officeart/2005/8/layout/gear1"/>
    <dgm:cxn modelId="{7C7B9CE3-2247-467D-B164-F666D10B3C24}" type="presParOf" srcId="{46B9BE01-F7B3-4B04-B20D-43AAB8300CCC}" destId="{EF46EE67-D304-4FF3-853E-B82A7B877DF3}" srcOrd="5" destOrd="0" presId="urn:microsoft.com/office/officeart/2005/8/layout/gear1"/>
    <dgm:cxn modelId="{DD7E8986-28C8-42F5-A5F0-CD033C37C90F}" type="presParOf" srcId="{46B9BE01-F7B3-4B04-B20D-43AAB8300CCC}" destId="{F0FAA869-8447-4099-B8A4-F4F667AD503F}" srcOrd="6" destOrd="0" presId="urn:microsoft.com/office/officeart/2005/8/layout/gear1"/>
    <dgm:cxn modelId="{F458C7F8-4313-4390-B9A8-C1FC21E94E28}" type="presParOf" srcId="{46B9BE01-F7B3-4B04-B20D-43AAB8300CCC}" destId="{55FA2BFB-75F5-4C00-B82D-1025FFA2E3CF}" srcOrd="7" destOrd="0" presId="urn:microsoft.com/office/officeart/2005/8/layout/gear1"/>
    <dgm:cxn modelId="{40D0D447-4198-4E62-BB5B-B462E75B09B4}" type="presParOf" srcId="{46B9BE01-F7B3-4B04-B20D-43AAB8300CCC}" destId="{487C84BF-2C5B-4866-8995-8E15074F957F}" srcOrd="8" destOrd="0" presId="urn:microsoft.com/office/officeart/2005/8/layout/gear1"/>
    <dgm:cxn modelId="{81C539DB-D9B8-4D80-B10E-79FEF4E03431}" type="presParOf" srcId="{46B9BE01-F7B3-4B04-B20D-43AAB8300CCC}" destId="{F7D26A27-006B-4A7C-954B-6AE0CEBE148D}" srcOrd="9" destOrd="0" presId="urn:microsoft.com/office/officeart/2005/8/layout/gear1"/>
    <dgm:cxn modelId="{304AA9DF-5103-489B-AD09-0406861E6762}" type="presParOf" srcId="{46B9BE01-F7B3-4B04-B20D-43AAB8300CCC}" destId="{AC0E5CD9-FBBB-45C9-B355-FE2B6C13FB9A}" srcOrd="10" destOrd="0" presId="urn:microsoft.com/office/officeart/2005/8/layout/gear1"/>
    <dgm:cxn modelId="{F371237E-E3B6-4DFA-878E-EF8ABB59311C}" type="presParOf" srcId="{46B9BE01-F7B3-4B04-B20D-43AAB8300CCC}" destId="{6AD0CDDB-DF0B-4A6E-8A1C-86D765852321}" srcOrd="11" destOrd="0" presId="urn:microsoft.com/office/officeart/2005/8/layout/gear1"/>
    <dgm:cxn modelId="{6744C410-F318-4EFF-B150-506B0AA7C759}" type="presParOf" srcId="{46B9BE01-F7B3-4B04-B20D-43AAB8300CCC}" destId="{92C4AEB1-43B0-41FB-BB21-C2C15B7067CE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ED3CF7-4B98-4377-B190-9ABBD6BBEC80}" type="doc">
      <dgm:prSet loTypeId="urn:microsoft.com/office/officeart/2005/8/layout/vList6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2AB668FA-7523-40B2-A52E-9024E3E1FCC6}">
      <dgm:prSet phldrT="[Текст]"/>
      <dgm:spPr/>
      <dgm:t>
        <a:bodyPr/>
        <a:lstStyle/>
        <a:p>
          <a:r>
            <a:rPr lang="ru-RU" dirty="0"/>
            <a:t>Прикладные и информационные процессы</a:t>
          </a:r>
        </a:p>
      </dgm:t>
    </dgm:pt>
    <dgm:pt modelId="{A2DA911F-B065-48D3-BCA8-57FCA71015BA}" type="parTrans" cxnId="{80F36276-3B7F-426E-B2EA-2A087CA88176}">
      <dgm:prSet/>
      <dgm:spPr/>
      <dgm:t>
        <a:bodyPr/>
        <a:lstStyle/>
        <a:p>
          <a:endParaRPr lang="ru-RU"/>
        </a:p>
      </dgm:t>
    </dgm:pt>
    <dgm:pt modelId="{69B30290-B0C9-4F17-87EF-4A1BC55C2BD9}" type="sibTrans" cxnId="{80F36276-3B7F-426E-B2EA-2A087CA88176}">
      <dgm:prSet/>
      <dgm:spPr/>
      <dgm:t>
        <a:bodyPr/>
        <a:lstStyle/>
        <a:p>
          <a:endParaRPr lang="ru-RU"/>
        </a:p>
      </dgm:t>
    </dgm:pt>
    <dgm:pt modelId="{E095A161-8CFF-4D38-B753-E6C10A730DD5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kern="1200" dirty="0"/>
            <a:t> </a:t>
          </a:r>
          <a:r>
            <a:rPr lang="ru-RU" sz="1050" kern="1200" dirty="0">
              <a:latin typeface="Calibri"/>
              <a:ea typeface="+mn-ea"/>
              <a:cs typeface="+mn-cs"/>
            </a:rPr>
            <a:t>Исследование и анализ</a:t>
          </a:r>
        </a:p>
      </dgm:t>
    </dgm:pt>
    <dgm:pt modelId="{0162D32E-192E-4C6B-8FB4-695D29561659}" type="parTrans" cxnId="{72B192D6-32A3-468A-B40C-D32FEC34FEC1}">
      <dgm:prSet/>
      <dgm:spPr/>
      <dgm:t>
        <a:bodyPr/>
        <a:lstStyle/>
        <a:p>
          <a:endParaRPr lang="ru-RU"/>
        </a:p>
      </dgm:t>
    </dgm:pt>
    <dgm:pt modelId="{31CCCB3A-B76D-4EE5-B823-9D2C8C22FB97}" type="sibTrans" cxnId="{72B192D6-32A3-468A-B40C-D32FEC34FEC1}">
      <dgm:prSet/>
      <dgm:spPr/>
      <dgm:t>
        <a:bodyPr/>
        <a:lstStyle/>
        <a:p>
          <a:endParaRPr lang="ru-RU"/>
        </a:p>
      </dgm:t>
    </dgm:pt>
    <dgm:pt modelId="{BDAE4AB2-E678-458A-9B9F-23F37267FC95}">
      <dgm:prSet phldrT="[Текст]"/>
      <dgm:spPr/>
      <dgm:t>
        <a:bodyPr/>
        <a:lstStyle/>
        <a:p>
          <a:r>
            <a:rPr lang="ru-RU" dirty="0"/>
            <a:t>Информационные технологии</a:t>
          </a:r>
        </a:p>
      </dgm:t>
    </dgm:pt>
    <dgm:pt modelId="{A5FA7DEE-0109-4997-BEC8-14373224A17C}" type="parTrans" cxnId="{3944FC00-9962-4751-A3A2-79F440C5069D}">
      <dgm:prSet/>
      <dgm:spPr/>
      <dgm:t>
        <a:bodyPr/>
        <a:lstStyle/>
        <a:p>
          <a:endParaRPr lang="ru-RU"/>
        </a:p>
      </dgm:t>
    </dgm:pt>
    <dgm:pt modelId="{F0DF95E1-684F-48DD-902F-D5A2D6E6AE43}" type="sibTrans" cxnId="{3944FC00-9962-4751-A3A2-79F440C5069D}">
      <dgm:prSet/>
      <dgm:spPr/>
      <dgm:t>
        <a:bodyPr/>
        <a:lstStyle/>
        <a:p>
          <a:endParaRPr lang="ru-RU"/>
        </a:p>
      </dgm:t>
    </dgm:pt>
    <dgm:pt modelId="{09D7ACF8-2DC7-41BB-868D-DDF4C1B3AFA4}">
      <dgm:prSet phldrT="[Текст]" custT="1"/>
      <dgm:spPr/>
      <dgm:t>
        <a:bodyPr anchor="ctr"/>
        <a:lstStyle/>
        <a:p>
          <a:r>
            <a:rPr lang="ru-RU" sz="1100" dirty="0"/>
            <a:t> Анализ применимости</a:t>
          </a:r>
        </a:p>
      </dgm:t>
    </dgm:pt>
    <dgm:pt modelId="{9105DE90-A248-4DB2-A3D8-9C25B10A5A9B}" type="parTrans" cxnId="{F2895811-C6AC-4AE9-895F-B5BD5FF7DE43}">
      <dgm:prSet/>
      <dgm:spPr/>
      <dgm:t>
        <a:bodyPr/>
        <a:lstStyle/>
        <a:p>
          <a:endParaRPr lang="ru-RU"/>
        </a:p>
      </dgm:t>
    </dgm:pt>
    <dgm:pt modelId="{21A5EB80-E77D-4DED-BD3D-B5EA82DD2C9A}" type="sibTrans" cxnId="{F2895811-C6AC-4AE9-895F-B5BD5FF7DE43}">
      <dgm:prSet/>
      <dgm:spPr/>
      <dgm:t>
        <a:bodyPr/>
        <a:lstStyle/>
        <a:p>
          <a:endParaRPr lang="ru-RU"/>
        </a:p>
      </dgm:t>
    </dgm:pt>
    <dgm:pt modelId="{74A27962-3D77-457C-9A12-A942D85CB4F6}">
      <dgm:prSet phldrT="[Текст]" custT="1"/>
      <dgm:spPr/>
      <dgm:t>
        <a:bodyPr anchor="ctr"/>
        <a:lstStyle/>
        <a:p>
          <a:r>
            <a:rPr lang="ru-RU" sz="1100" dirty="0"/>
            <a:t> Адаптация, настройка   </a:t>
          </a:r>
        </a:p>
      </dgm:t>
    </dgm:pt>
    <dgm:pt modelId="{F137613A-0C0D-4E48-80EE-286C40C58052}" type="parTrans" cxnId="{8250786A-E5DA-4087-A8EA-F640E2082A79}">
      <dgm:prSet/>
      <dgm:spPr/>
      <dgm:t>
        <a:bodyPr/>
        <a:lstStyle/>
        <a:p>
          <a:endParaRPr lang="ru-RU"/>
        </a:p>
      </dgm:t>
    </dgm:pt>
    <dgm:pt modelId="{E3DD81C4-21A9-44CF-9EB9-54595B791EDC}" type="sibTrans" cxnId="{8250786A-E5DA-4087-A8EA-F640E2082A79}">
      <dgm:prSet/>
      <dgm:spPr/>
      <dgm:t>
        <a:bodyPr/>
        <a:lstStyle/>
        <a:p>
          <a:endParaRPr lang="ru-RU"/>
        </a:p>
      </dgm:t>
    </dgm:pt>
    <dgm:pt modelId="{A358CE1F-2FA8-48F5-A421-5A56A4443B6E}">
      <dgm:prSet/>
      <dgm:spPr/>
      <dgm:t>
        <a:bodyPr/>
        <a:lstStyle/>
        <a:p>
          <a:r>
            <a:rPr lang="ru-RU" dirty="0"/>
            <a:t>Информационные системы</a:t>
          </a:r>
        </a:p>
      </dgm:t>
    </dgm:pt>
    <dgm:pt modelId="{A1AFA718-04D0-4C83-BEC5-9D1000A38B30}" type="parTrans" cxnId="{9973019B-EB7C-4F7D-9C6B-E00F9B27264F}">
      <dgm:prSet/>
      <dgm:spPr/>
      <dgm:t>
        <a:bodyPr/>
        <a:lstStyle/>
        <a:p>
          <a:endParaRPr lang="ru-RU"/>
        </a:p>
      </dgm:t>
    </dgm:pt>
    <dgm:pt modelId="{3068C938-1CBF-4DD8-BB02-F495971F9624}" type="sibTrans" cxnId="{9973019B-EB7C-4F7D-9C6B-E00F9B27264F}">
      <dgm:prSet/>
      <dgm:spPr/>
      <dgm:t>
        <a:bodyPr/>
        <a:lstStyle/>
        <a:p>
          <a:endParaRPr lang="ru-RU"/>
        </a:p>
      </dgm:t>
    </dgm:pt>
    <dgm:pt modelId="{C4F4107E-6A3D-4237-A862-B5D8C398FE5B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Автоматизация</a:t>
          </a:r>
        </a:p>
      </dgm:t>
    </dgm:pt>
    <dgm:pt modelId="{6448494F-077D-4861-9A77-FFEEDDF41537}" type="parTrans" cxnId="{10A87AB6-5630-47F3-B3A2-902C148200F6}">
      <dgm:prSet/>
      <dgm:spPr/>
      <dgm:t>
        <a:bodyPr/>
        <a:lstStyle/>
        <a:p>
          <a:endParaRPr lang="ru-RU"/>
        </a:p>
      </dgm:t>
    </dgm:pt>
    <dgm:pt modelId="{CD17476F-7DA2-4C55-BE2A-5659283F9ACE}" type="sibTrans" cxnId="{10A87AB6-5630-47F3-B3A2-902C148200F6}">
      <dgm:prSet/>
      <dgm:spPr/>
      <dgm:t>
        <a:bodyPr/>
        <a:lstStyle/>
        <a:p>
          <a:endParaRPr lang="ru-RU"/>
        </a:p>
      </dgm:t>
    </dgm:pt>
    <dgm:pt modelId="{7898091C-C2D8-47B2-8DE2-B3A4FD7E5299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Проектирование</a:t>
          </a:r>
        </a:p>
      </dgm:t>
    </dgm:pt>
    <dgm:pt modelId="{123F3B97-1C87-46C5-9D12-4EB84E29D7FE}" type="parTrans" cxnId="{60116624-DF5C-4129-A551-5AE0B082CBDC}">
      <dgm:prSet/>
      <dgm:spPr/>
      <dgm:t>
        <a:bodyPr/>
        <a:lstStyle/>
        <a:p>
          <a:endParaRPr lang="ru-RU"/>
        </a:p>
      </dgm:t>
    </dgm:pt>
    <dgm:pt modelId="{6CAAE91B-1C4D-415B-A366-07B6E5139B22}" type="sibTrans" cxnId="{60116624-DF5C-4129-A551-5AE0B082CBDC}">
      <dgm:prSet/>
      <dgm:spPr/>
      <dgm:t>
        <a:bodyPr/>
        <a:lstStyle/>
        <a:p>
          <a:endParaRPr lang="ru-RU"/>
        </a:p>
      </dgm:t>
    </dgm:pt>
    <dgm:pt modelId="{CEAA199D-7BBF-4956-B667-4E93A499B0CE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Оптимизация</a:t>
          </a:r>
        </a:p>
      </dgm:t>
    </dgm:pt>
    <dgm:pt modelId="{758BE7D9-632A-43FC-B3D2-AFFD0240241B}" type="parTrans" cxnId="{A3877812-E935-4A8E-8A7F-13F80675BF42}">
      <dgm:prSet/>
      <dgm:spPr/>
      <dgm:t>
        <a:bodyPr/>
        <a:lstStyle/>
        <a:p>
          <a:endParaRPr lang="ru-RU"/>
        </a:p>
      </dgm:t>
    </dgm:pt>
    <dgm:pt modelId="{8CF1792A-FEC3-4937-959D-C38640BFD365}" type="sibTrans" cxnId="{A3877812-E935-4A8E-8A7F-13F80675BF42}">
      <dgm:prSet/>
      <dgm:spPr/>
      <dgm:t>
        <a:bodyPr/>
        <a:lstStyle/>
        <a:p>
          <a:endParaRPr lang="ru-RU"/>
        </a:p>
      </dgm:t>
    </dgm:pt>
    <dgm:pt modelId="{0F17D969-8F09-4DE4-9F92-C3E827386855}">
      <dgm:prSet phldrT="[Текст]" custT="1"/>
      <dgm:spPr/>
      <dgm:t>
        <a:bodyPr anchor="ctr"/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Реинжиниринг</a:t>
          </a:r>
        </a:p>
      </dgm:t>
    </dgm:pt>
    <dgm:pt modelId="{B09C3402-CEAB-4A80-975E-380EF9461B1F}" type="parTrans" cxnId="{E94F8947-319D-438D-B98E-72FE6A94B922}">
      <dgm:prSet/>
      <dgm:spPr/>
      <dgm:t>
        <a:bodyPr/>
        <a:lstStyle/>
        <a:p>
          <a:endParaRPr lang="ru-RU"/>
        </a:p>
      </dgm:t>
    </dgm:pt>
    <dgm:pt modelId="{7397A446-C198-4CAC-9E17-7ED570FB6808}" type="sibTrans" cxnId="{E94F8947-319D-438D-B98E-72FE6A94B922}">
      <dgm:prSet/>
      <dgm:spPr/>
      <dgm:t>
        <a:bodyPr/>
        <a:lstStyle/>
        <a:p>
          <a:endParaRPr lang="ru-RU"/>
        </a:p>
      </dgm:t>
    </dgm:pt>
    <dgm:pt modelId="{82D6DC57-5C96-4217-8DBF-010B681E4E7D}">
      <dgm:prSet phldrT="[Текст]" custT="1"/>
      <dgm:spPr/>
      <dgm:t>
        <a:bodyPr anchor="ctr"/>
        <a:lstStyle/>
        <a:p>
          <a:r>
            <a:rPr lang="ru-RU" sz="1100" dirty="0"/>
            <a:t> Технико-экономическое обоснование</a:t>
          </a:r>
        </a:p>
      </dgm:t>
    </dgm:pt>
    <dgm:pt modelId="{CAE7296D-403C-459E-8FB7-FF54D0D7D90F}" type="parTrans" cxnId="{14FA7C8C-ED77-4970-B946-A70A226B3D3D}">
      <dgm:prSet/>
      <dgm:spPr/>
      <dgm:t>
        <a:bodyPr/>
        <a:lstStyle/>
        <a:p>
          <a:endParaRPr lang="ru-RU"/>
        </a:p>
      </dgm:t>
    </dgm:pt>
    <dgm:pt modelId="{A8A540B4-BEE3-46C9-8269-21E4BD61D957}" type="sibTrans" cxnId="{14FA7C8C-ED77-4970-B946-A70A226B3D3D}">
      <dgm:prSet/>
      <dgm:spPr/>
      <dgm:t>
        <a:bodyPr/>
        <a:lstStyle/>
        <a:p>
          <a:endParaRPr lang="ru-RU"/>
        </a:p>
      </dgm:t>
    </dgm:pt>
    <dgm:pt modelId="{8B998030-4F06-4001-BFDA-1729C3B7657B}">
      <dgm:prSet phldrT="[Текст]" custT="1"/>
      <dgm:spPr/>
      <dgm:t>
        <a:bodyPr anchor="ctr"/>
        <a:lstStyle/>
        <a:p>
          <a:r>
            <a:rPr lang="ru-RU" sz="1100" dirty="0"/>
            <a:t> Внедрение</a:t>
          </a:r>
        </a:p>
      </dgm:t>
    </dgm:pt>
    <dgm:pt modelId="{59079906-200E-4C39-80C2-F36313248112}" type="parTrans" cxnId="{B7FE79D2-BAD0-4A8A-A519-DFF93DBF7B66}">
      <dgm:prSet/>
      <dgm:spPr/>
      <dgm:t>
        <a:bodyPr/>
        <a:lstStyle/>
        <a:p>
          <a:endParaRPr lang="ru-RU"/>
        </a:p>
      </dgm:t>
    </dgm:pt>
    <dgm:pt modelId="{F161BA06-95D3-4D65-AAAD-5C29D94B367C}" type="sibTrans" cxnId="{B7FE79D2-BAD0-4A8A-A519-DFF93DBF7B66}">
      <dgm:prSet/>
      <dgm:spPr/>
      <dgm:t>
        <a:bodyPr/>
        <a:lstStyle/>
        <a:p>
          <a:endParaRPr lang="ru-RU"/>
        </a:p>
      </dgm:t>
    </dgm:pt>
    <dgm:pt modelId="{522B8070-84DA-4954-BC05-3619676EC053}">
      <dgm:prSet custT="1"/>
      <dgm:spPr/>
      <dgm:t>
        <a:bodyPr anchor="ctr"/>
        <a:lstStyle/>
        <a:p>
          <a:r>
            <a:rPr lang="ru-RU" sz="1100" dirty="0"/>
            <a:t> Проектирование </a:t>
          </a:r>
        </a:p>
      </dgm:t>
    </dgm:pt>
    <dgm:pt modelId="{9C88C2F3-80A9-4244-AE6D-C39BA40947B0}" type="parTrans" cxnId="{3FA36690-46AB-4BF0-89B8-E7BE9BD7EE83}">
      <dgm:prSet/>
      <dgm:spPr/>
      <dgm:t>
        <a:bodyPr/>
        <a:lstStyle/>
        <a:p>
          <a:endParaRPr lang="ru-RU"/>
        </a:p>
      </dgm:t>
    </dgm:pt>
    <dgm:pt modelId="{4F77178E-08F7-4A35-947F-60D87732C348}" type="sibTrans" cxnId="{3FA36690-46AB-4BF0-89B8-E7BE9BD7EE83}">
      <dgm:prSet/>
      <dgm:spPr/>
      <dgm:t>
        <a:bodyPr/>
        <a:lstStyle/>
        <a:p>
          <a:endParaRPr lang="ru-RU"/>
        </a:p>
      </dgm:t>
    </dgm:pt>
    <dgm:pt modelId="{22E2059E-A3B1-4443-A7EF-E50406B3363C}">
      <dgm:prSet custT="1"/>
      <dgm:spPr/>
      <dgm:t>
        <a:bodyPr anchor="ctr"/>
        <a:lstStyle/>
        <a:p>
          <a:r>
            <a:rPr lang="ru-RU" sz="1100" dirty="0"/>
            <a:t> Реализация</a:t>
          </a:r>
        </a:p>
      </dgm:t>
    </dgm:pt>
    <dgm:pt modelId="{A6B6956D-7022-46D7-AE42-8679F615765C}" type="parTrans" cxnId="{D6BB4DD5-BD9C-431D-8306-CDFBDDCF127A}">
      <dgm:prSet/>
      <dgm:spPr/>
      <dgm:t>
        <a:bodyPr/>
        <a:lstStyle/>
        <a:p>
          <a:endParaRPr lang="ru-RU"/>
        </a:p>
      </dgm:t>
    </dgm:pt>
    <dgm:pt modelId="{3E916517-7200-446E-BFFA-F9D883B08BB6}" type="sibTrans" cxnId="{D6BB4DD5-BD9C-431D-8306-CDFBDDCF127A}">
      <dgm:prSet/>
      <dgm:spPr/>
      <dgm:t>
        <a:bodyPr/>
        <a:lstStyle/>
        <a:p>
          <a:endParaRPr lang="ru-RU"/>
        </a:p>
      </dgm:t>
    </dgm:pt>
    <dgm:pt modelId="{64A84954-8BFC-41F9-BA86-F46CA0A94002}">
      <dgm:prSet custT="1"/>
      <dgm:spPr/>
      <dgm:t>
        <a:bodyPr anchor="ctr"/>
        <a:lstStyle/>
        <a:p>
          <a:r>
            <a:rPr lang="ru-RU" sz="1100" dirty="0"/>
            <a:t> Внедрение и настройка</a:t>
          </a:r>
        </a:p>
      </dgm:t>
    </dgm:pt>
    <dgm:pt modelId="{883E5982-CEEC-4A83-ADB3-6E8F152CC0F9}" type="parTrans" cxnId="{E0E698DF-55C3-4420-8DD4-BDB52EF2C662}">
      <dgm:prSet/>
      <dgm:spPr/>
      <dgm:t>
        <a:bodyPr/>
        <a:lstStyle/>
        <a:p>
          <a:endParaRPr lang="ru-RU"/>
        </a:p>
      </dgm:t>
    </dgm:pt>
    <dgm:pt modelId="{0761B7A6-F64C-448F-A4D5-48B8ABD98DA5}" type="sibTrans" cxnId="{E0E698DF-55C3-4420-8DD4-BDB52EF2C662}">
      <dgm:prSet/>
      <dgm:spPr/>
      <dgm:t>
        <a:bodyPr/>
        <a:lstStyle/>
        <a:p>
          <a:endParaRPr lang="ru-RU"/>
        </a:p>
      </dgm:t>
    </dgm:pt>
    <dgm:pt modelId="{06CFB9BA-1095-4029-B1F2-E2B9A7725A40}">
      <dgm:prSet custT="1"/>
      <dgm:spPr/>
      <dgm:t>
        <a:bodyPr anchor="ctr"/>
        <a:lstStyle/>
        <a:p>
          <a:r>
            <a:rPr lang="ru-RU" sz="1100" dirty="0"/>
            <a:t> Сопровождение</a:t>
          </a:r>
        </a:p>
      </dgm:t>
    </dgm:pt>
    <dgm:pt modelId="{B754E6AC-13A5-4284-AB82-1515D513EBF8}" type="parTrans" cxnId="{591EEB58-C04B-4FAE-A11A-C2E3E1794436}">
      <dgm:prSet/>
      <dgm:spPr/>
      <dgm:t>
        <a:bodyPr/>
        <a:lstStyle/>
        <a:p>
          <a:endParaRPr lang="ru-RU"/>
        </a:p>
      </dgm:t>
    </dgm:pt>
    <dgm:pt modelId="{5CC57C0B-A863-4643-A503-54A997FAE084}" type="sibTrans" cxnId="{591EEB58-C04B-4FAE-A11A-C2E3E1794436}">
      <dgm:prSet/>
      <dgm:spPr/>
      <dgm:t>
        <a:bodyPr/>
        <a:lstStyle/>
        <a:p>
          <a:endParaRPr lang="ru-RU"/>
        </a:p>
      </dgm:t>
    </dgm:pt>
    <dgm:pt modelId="{2E8D7559-77DC-442E-A13A-609E2459594D}">
      <dgm:prSet custT="1"/>
      <dgm:spPr/>
      <dgm:t>
        <a:bodyPr anchor="ctr"/>
        <a:lstStyle/>
        <a:p>
          <a:r>
            <a:rPr lang="ru-RU" sz="1100" dirty="0"/>
            <a:t> Модернизация</a:t>
          </a:r>
        </a:p>
      </dgm:t>
    </dgm:pt>
    <dgm:pt modelId="{DED24630-8611-4584-82C1-08454F4B8183}" type="parTrans" cxnId="{E1F1178A-79E5-4994-BE9A-3F23E1F97D9B}">
      <dgm:prSet/>
      <dgm:spPr/>
      <dgm:t>
        <a:bodyPr/>
        <a:lstStyle/>
        <a:p>
          <a:endParaRPr lang="ru-RU"/>
        </a:p>
      </dgm:t>
    </dgm:pt>
    <dgm:pt modelId="{A5BBB593-884D-407D-A187-AD3C28529A4D}" type="sibTrans" cxnId="{E1F1178A-79E5-4994-BE9A-3F23E1F97D9B}">
      <dgm:prSet/>
      <dgm:spPr/>
      <dgm:t>
        <a:bodyPr/>
        <a:lstStyle/>
        <a:p>
          <a:endParaRPr lang="ru-RU"/>
        </a:p>
      </dgm:t>
    </dgm:pt>
    <dgm:pt modelId="{59486C0B-941D-4747-A0B2-2532E44AB22A}" type="pres">
      <dgm:prSet presAssocID="{DCED3CF7-4B98-4377-B190-9ABBD6BBEC80}" presName="Name0" presStyleCnt="0">
        <dgm:presLayoutVars>
          <dgm:dir/>
          <dgm:animLvl val="lvl"/>
          <dgm:resizeHandles/>
        </dgm:presLayoutVars>
      </dgm:prSet>
      <dgm:spPr/>
    </dgm:pt>
    <dgm:pt modelId="{B16F61A3-8C9B-4B5F-BA98-3B1641458ACC}" type="pres">
      <dgm:prSet presAssocID="{2AB668FA-7523-40B2-A52E-9024E3E1FCC6}" presName="linNode" presStyleCnt="0"/>
      <dgm:spPr/>
    </dgm:pt>
    <dgm:pt modelId="{5493F6A8-F4F5-434C-A9FA-58CD86C17EE6}" type="pres">
      <dgm:prSet presAssocID="{2AB668FA-7523-40B2-A52E-9024E3E1FCC6}" presName="parentShp" presStyleLbl="node1" presStyleIdx="0" presStyleCnt="3" custScaleX="92195">
        <dgm:presLayoutVars>
          <dgm:bulletEnabled val="1"/>
        </dgm:presLayoutVars>
      </dgm:prSet>
      <dgm:spPr/>
    </dgm:pt>
    <dgm:pt modelId="{6642801B-756E-4DC4-8F13-F4AEC1F53CD0}" type="pres">
      <dgm:prSet presAssocID="{2AB668FA-7523-40B2-A52E-9024E3E1FCC6}" presName="childShp" presStyleLbl="bgAccFollowNode1" presStyleIdx="0" presStyleCnt="3" custScaleY="124797" custLinFactNeighborX="6649" custLinFactNeighborY="-151">
        <dgm:presLayoutVars>
          <dgm:bulletEnabled val="1"/>
        </dgm:presLayoutVars>
      </dgm:prSet>
      <dgm:spPr/>
    </dgm:pt>
    <dgm:pt modelId="{E48ADF80-7F0F-479E-8235-5B8A7E1EEB63}" type="pres">
      <dgm:prSet presAssocID="{69B30290-B0C9-4F17-87EF-4A1BC55C2BD9}" presName="spacing" presStyleCnt="0"/>
      <dgm:spPr/>
    </dgm:pt>
    <dgm:pt modelId="{8A5D55B1-7C4E-44CD-B491-481B152E5AD8}" type="pres">
      <dgm:prSet presAssocID="{BDAE4AB2-E678-458A-9B9F-23F37267FC95}" presName="linNode" presStyleCnt="0"/>
      <dgm:spPr/>
    </dgm:pt>
    <dgm:pt modelId="{55FC1A1A-CFC9-47E1-97C7-F58E932C55B2}" type="pres">
      <dgm:prSet presAssocID="{BDAE4AB2-E678-458A-9B9F-23F37267FC95}" presName="parentShp" presStyleLbl="node1" presStyleIdx="1" presStyleCnt="3" custScaleX="92195">
        <dgm:presLayoutVars>
          <dgm:bulletEnabled val="1"/>
        </dgm:presLayoutVars>
      </dgm:prSet>
      <dgm:spPr/>
    </dgm:pt>
    <dgm:pt modelId="{5EA2B14A-8525-4788-B6DC-E5579DD18B2D}" type="pres">
      <dgm:prSet presAssocID="{BDAE4AB2-E678-458A-9B9F-23F37267FC95}" presName="childShp" presStyleLbl="bgAccFollowNode1" presStyleIdx="1" presStyleCnt="3" custScaleY="116206" custLinFactNeighborX="3211" custLinFactNeighborY="3057">
        <dgm:presLayoutVars>
          <dgm:bulletEnabled val="1"/>
        </dgm:presLayoutVars>
      </dgm:prSet>
      <dgm:spPr/>
    </dgm:pt>
    <dgm:pt modelId="{8FCAED6F-5B8E-4B4E-99B9-64E01861D2CE}" type="pres">
      <dgm:prSet presAssocID="{F0DF95E1-684F-48DD-902F-D5A2D6E6AE43}" presName="spacing" presStyleCnt="0"/>
      <dgm:spPr/>
    </dgm:pt>
    <dgm:pt modelId="{58F563C3-5EEF-4625-A3C4-CD90CDD612D1}" type="pres">
      <dgm:prSet presAssocID="{A358CE1F-2FA8-48F5-A421-5A56A4443B6E}" presName="linNode" presStyleCnt="0"/>
      <dgm:spPr/>
    </dgm:pt>
    <dgm:pt modelId="{8F1A65DD-D3D3-48A3-86A8-CD9DA7AE804E}" type="pres">
      <dgm:prSet presAssocID="{A358CE1F-2FA8-48F5-A421-5A56A4443B6E}" presName="parentShp" presStyleLbl="node1" presStyleIdx="2" presStyleCnt="3" custScaleX="92251">
        <dgm:presLayoutVars>
          <dgm:bulletEnabled val="1"/>
        </dgm:presLayoutVars>
      </dgm:prSet>
      <dgm:spPr/>
    </dgm:pt>
    <dgm:pt modelId="{61FABF33-360C-4BCA-A031-554AF714593C}" type="pres">
      <dgm:prSet presAssocID="{A358CE1F-2FA8-48F5-A421-5A56A4443B6E}" presName="childShp" presStyleLbl="bgAccFollowNode1" presStyleIdx="2" presStyleCnt="3" custScaleY="123657" custLinFactNeighborX="3208" custLinFactNeighborY="330">
        <dgm:presLayoutVars>
          <dgm:bulletEnabled val="1"/>
        </dgm:presLayoutVars>
      </dgm:prSet>
      <dgm:spPr/>
    </dgm:pt>
  </dgm:ptLst>
  <dgm:cxnLst>
    <dgm:cxn modelId="{3944FC00-9962-4751-A3A2-79F440C5069D}" srcId="{DCED3CF7-4B98-4377-B190-9ABBD6BBEC80}" destId="{BDAE4AB2-E678-458A-9B9F-23F37267FC95}" srcOrd="1" destOrd="0" parTransId="{A5FA7DEE-0109-4997-BEC8-14373224A17C}" sibTransId="{F0DF95E1-684F-48DD-902F-D5A2D6E6AE43}"/>
    <dgm:cxn modelId="{C5A4A50F-71DE-46FE-A1C3-CA60F68694ED}" type="presOf" srcId="{0F17D969-8F09-4DE4-9F92-C3E827386855}" destId="{6642801B-756E-4DC4-8F13-F4AEC1F53CD0}" srcOrd="0" destOrd="3" presId="urn:microsoft.com/office/officeart/2005/8/layout/vList6"/>
    <dgm:cxn modelId="{F2895811-C6AC-4AE9-895F-B5BD5FF7DE43}" srcId="{BDAE4AB2-E678-458A-9B9F-23F37267FC95}" destId="{09D7ACF8-2DC7-41BB-868D-DDF4C1B3AFA4}" srcOrd="0" destOrd="0" parTransId="{9105DE90-A248-4DB2-A3D8-9C25B10A5A9B}" sibTransId="{21A5EB80-E77D-4DED-BD3D-B5EA82DD2C9A}"/>
    <dgm:cxn modelId="{A3877812-E935-4A8E-8A7F-13F80675BF42}" srcId="{2AB668FA-7523-40B2-A52E-9024E3E1FCC6}" destId="{CEAA199D-7BBF-4956-B667-4E93A499B0CE}" srcOrd="2" destOrd="0" parTransId="{758BE7D9-632A-43FC-B3D2-AFFD0240241B}" sibTransId="{8CF1792A-FEC3-4937-959D-C38640BFD365}"/>
    <dgm:cxn modelId="{EEFF3A1D-F308-4205-84B6-696FE18BB682}" type="presOf" srcId="{522B8070-84DA-4954-BC05-3619676EC053}" destId="{61FABF33-360C-4BCA-A031-554AF714593C}" srcOrd="0" destOrd="0" presId="urn:microsoft.com/office/officeart/2005/8/layout/vList6"/>
    <dgm:cxn modelId="{60116624-DF5C-4129-A551-5AE0B082CBDC}" srcId="{2AB668FA-7523-40B2-A52E-9024E3E1FCC6}" destId="{7898091C-C2D8-47B2-8DE2-B3A4FD7E5299}" srcOrd="1" destOrd="0" parTransId="{123F3B97-1C87-46C5-9D12-4EB84E29D7FE}" sibTransId="{6CAAE91B-1C4D-415B-A366-07B6E5139B22}"/>
    <dgm:cxn modelId="{D93EDF35-701D-4DAF-B149-2129930878D8}" type="presOf" srcId="{E095A161-8CFF-4D38-B753-E6C10A730DD5}" destId="{6642801B-756E-4DC4-8F13-F4AEC1F53CD0}" srcOrd="0" destOrd="0" presId="urn:microsoft.com/office/officeart/2005/8/layout/vList6"/>
    <dgm:cxn modelId="{E94F8947-319D-438D-B98E-72FE6A94B922}" srcId="{2AB668FA-7523-40B2-A52E-9024E3E1FCC6}" destId="{0F17D969-8F09-4DE4-9F92-C3E827386855}" srcOrd="3" destOrd="0" parTransId="{B09C3402-CEAB-4A80-975E-380EF9461B1F}" sibTransId="{7397A446-C198-4CAC-9E17-7ED570FB6808}"/>
    <dgm:cxn modelId="{8250786A-E5DA-4087-A8EA-F640E2082A79}" srcId="{BDAE4AB2-E678-458A-9B9F-23F37267FC95}" destId="{74A27962-3D77-457C-9A12-A942D85CB4F6}" srcOrd="2" destOrd="0" parTransId="{F137613A-0C0D-4E48-80EE-286C40C58052}" sibTransId="{E3DD81C4-21A9-44CF-9EB9-54595B791EDC}"/>
    <dgm:cxn modelId="{D8CB796A-CC92-49F3-A45A-876AB611E8E7}" type="presOf" srcId="{22E2059E-A3B1-4443-A7EF-E50406B3363C}" destId="{61FABF33-360C-4BCA-A031-554AF714593C}" srcOrd="0" destOrd="1" presId="urn:microsoft.com/office/officeart/2005/8/layout/vList6"/>
    <dgm:cxn modelId="{F3A3914F-DAC9-41D7-91AB-90DE2F8BFA7C}" type="presOf" srcId="{A358CE1F-2FA8-48F5-A421-5A56A4443B6E}" destId="{8F1A65DD-D3D3-48A3-86A8-CD9DA7AE804E}" srcOrd="0" destOrd="0" presId="urn:microsoft.com/office/officeart/2005/8/layout/vList6"/>
    <dgm:cxn modelId="{302C0451-EA9A-4837-8103-916759D2C458}" type="presOf" srcId="{74A27962-3D77-457C-9A12-A942D85CB4F6}" destId="{5EA2B14A-8525-4788-B6DC-E5579DD18B2D}" srcOrd="0" destOrd="2" presId="urn:microsoft.com/office/officeart/2005/8/layout/vList6"/>
    <dgm:cxn modelId="{80F36276-3B7F-426E-B2EA-2A087CA88176}" srcId="{DCED3CF7-4B98-4377-B190-9ABBD6BBEC80}" destId="{2AB668FA-7523-40B2-A52E-9024E3E1FCC6}" srcOrd="0" destOrd="0" parTransId="{A2DA911F-B065-48D3-BCA8-57FCA71015BA}" sibTransId="{69B30290-B0C9-4F17-87EF-4A1BC55C2BD9}"/>
    <dgm:cxn modelId="{591EEB58-C04B-4FAE-A11A-C2E3E1794436}" srcId="{A358CE1F-2FA8-48F5-A421-5A56A4443B6E}" destId="{06CFB9BA-1095-4029-B1F2-E2B9A7725A40}" srcOrd="3" destOrd="0" parTransId="{B754E6AC-13A5-4284-AB82-1515D513EBF8}" sibTransId="{5CC57C0B-A863-4643-A503-54A997FAE084}"/>
    <dgm:cxn modelId="{CB18325A-23D7-4B3C-B7C5-E7E58BF70A1E}" type="presOf" srcId="{7898091C-C2D8-47B2-8DE2-B3A4FD7E5299}" destId="{6642801B-756E-4DC4-8F13-F4AEC1F53CD0}" srcOrd="0" destOrd="1" presId="urn:microsoft.com/office/officeart/2005/8/layout/vList6"/>
    <dgm:cxn modelId="{E1F1178A-79E5-4994-BE9A-3F23E1F97D9B}" srcId="{A358CE1F-2FA8-48F5-A421-5A56A4443B6E}" destId="{2E8D7559-77DC-442E-A13A-609E2459594D}" srcOrd="4" destOrd="0" parTransId="{DED24630-8611-4584-82C1-08454F4B8183}" sibTransId="{A5BBB593-884D-407D-A187-AD3C28529A4D}"/>
    <dgm:cxn modelId="{14FA7C8C-ED77-4970-B946-A70A226B3D3D}" srcId="{BDAE4AB2-E678-458A-9B9F-23F37267FC95}" destId="{82D6DC57-5C96-4217-8DBF-010B681E4E7D}" srcOrd="1" destOrd="0" parTransId="{CAE7296D-403C-459E-8FB7-FF54D0D7D90F}" sibTransId="{A8A540B4-BEE3-46C9-8269-21E4BD61D957}"/>
    <dgm:cxn modelId="{3FA36690-46AB-4BF0-89B8-E7BE9BD7EE83}" srcId="{A358CE1F-2FA8-48F5-A421-5A56A4443B6E}" destId="{522B8070-84DA-4954-BC05-3619676EC053}" srcOrd="0" destOrd="0" parTransId="{9C88C2F3-80A9-4244-AE6D-C39BA40947B0}" sibTransId="{4F77178E-08F7-4A35-947F-60D87732C348}"/>
    <dgm:cxn modelId="{EF759292-605A-46B0-AB29-91F1728EF5B4}" type="presOf" srcId="{C4F4107E-6A3D-4237-A862-B5D8C398FE5B}" destId="{6642801B-756E-4DC4-8F13-F4AEC1F53CD0}" srcOrd="0" destOrd="4" presId="urn:microsoft.com/office/officeart/2005/8/layout/vList6"/>
    <dgm:cxn modelId="{9973019B-EB7C-4F7D-9C6B-E00F9B27264F}" srcId="{DCED3CF7-4B98-4377-B190-9ABBD6BBEC80}" destId="{A358CE1F-2FA8-48F5-A421-5A56A4443B6E}" srcOrd="2" destOrd="0" parTransId="{A1AFA718-04D0-4C83-BEC5-9D1000A38B30}" sibTransId="{3068C938-1CBF-4DD8-BB02-F495971F9624}"/>
    <dgm:cxn modelId="{607A3BA3-06ED-4F48-A3B0-7CA44631773E}" type="presOf" srcId="{CEAA199D-7BBF-4956-B667-4E93A499B0CE}" destId="{6642801B-756E-4DC4-8F13-F4AEC1F53CD0}" srcOrd="0" destOrd="2" presId="urn:microsoft.com/office/officeart/2005/8/layout/vList6"/>
    <dgm:cxn modelId="{C6FCE5A4-3D05-4DA4-9A24-3C2C04EC9EE1}" type="presOf" srcId="{8B998030-4F06-4001-BFDA-1729C3B7657B}" destId="{5EA2B14A-8525-4788-B6DC-E5579DD18B2D}" srcOrd="0" destOrd="3" presId="urn:microsoft.com/office/officeart/2005/8/layout/vList6"/>
    <dgm:cxn modelId="{10A87AB6-5630-47F3-B3A2-902C148200F6}" srcId="{2AB668FA-7523-40B2-A52E-9024E3E1FCC6}" destId="{C4F4107E-6A3D-4237-A862-B5D8C398FE5B}" srcOrd="4" destOrd="0" parTransId="{6448494F-077D-4861-9A77-FFEEDDF41537}" sibTransId="{CD17476F-7DA2-4C55-BE2A-5659283F9ACE}"/>
    <dgm:cxn modelId="{73DA48BA-4D57-4CC0-89FB-9877761299B6}" type="presOf" srcId="{64A84954-8BFC-41F9-BA86-F46CA0A94002}" destId="{61FABF33-360C-4BCA-A031-554AF714593C}" srcOrd="0" destOrd="2" presId="urn:microsoft.com/office/officeart/2005/8/layout/vList6"/>
    <dgm:cxn modelId="{F99ECFBA-F6B2-46E0-BE7C-FE906350CC10}" type="presOf" srcId="{2AB668FA-7523-40B2-A52E-9024E3E1FCC6}" destId="{5493F6A8-F4F5-434C-A9FA-58CD86C17EE6}" srcOrd="0" destOrd="0" presId="urn:microsoft.com/office/officeart/2005/8/layout/vList6"/>
    <dgm:cxn modelId="{B7FE79D2-BAD0-4A8A-A519-DFF93DBF7B66}" srcId="{BDAE4AB2-E678-458A-9B9F-23F37267FC95}" destId="{8B998030-4F06-4001-BFDA-1729C3B7657B}" srcOrd="3" destOrd="0" parTransId="{59079906-200E-4C39-80C2-F36313248112}" sibTransId="{F161BA06-95D3-4D65-AAAD-5C29D94B367C}"/>
    <dgm:cxn modelId="{D6BB4DD5-BD9C-431D-8306-CDFBDDCF127A}" srcId="{A358CE1F-2FA8-48F5-A421-5A56A4443B6E}" destId="{22E2059E-A3B1-4443-A7EF-E50406B3363C}" srcOrd="1" destOrd="0" parTransId="{A6B6956D-7022-46D7-AE42-8679F615765C}" sibTransId="{3E916517-7200-446E-BFFA-F9D883B08BB6}"/>
    <dgm:cxn modelId="{72B192D6-32A3-468A-B40C-D32FEC34FEC1}" srcId="{2AB668FA-7523-40B2-A52E-9024E3E1FCC6}" destId="{E095A161-8CFF-4D38-B753-E6C10A730DD5}" srcOrd="0" destOrd="0" parTransId="{0162D32E-192E-4C6B-8FB4-695D29561659}" sibTransId="{31CCCB3A-B76D-4EE5-B823-9D2C8C22FB97}"/>
    <dgm:cxn modelId="{CED6CEDA-D340-48A0-ADF5-2D6EF19FF565}" type="presOf" srcId="{06CFB9BA-1095-4029-B1F2-E2B9A7725A40}" destId="{61FABF33-360C-4BCA-A031-554AF714593C}" srcOrd="0" destOrd="3" presId="urn:microsoft.com/office/officeart/2005/8/layout/vList6"/>
    <dgm:cxn modelId="{E0E698DF-55C3-4420-8DD4-BDB52EF2C662}" srcId="{A358CE1F-2FA8-48F5-A421-5A56A4443B6E}" destId="{64A84954-8BFC-41F9-BA86-F46CA0A94002}" srcOrd="2" destOrd="0" parTransId="{883E5982-CEEC-4A83-ADB3-6E8F152CC0F9}" sibTransId="{0761B7A6-F64C-448F-A4D5-48B8ABD98DA5}"/>
    <dgm:cxn modelId="{E63CEDDF-F54D-4E10-B51D-18BA6BFB7207}" type="presOf" srcId="{BDAE4AB2-E678-458A-9B9F-23F37267FC95}" destId="{55FC1A1A-CFC9-47E1-97C7-F58E932C55B2}" srcOrd="0" destOrd="0" presId="urn:microsoft.com/office/officeart/2005/8/layout/vList6"/>
    <dgm:cxn modelId="{06377FE6-1F4B-45BE-B0B2-9A539C62BE50}" type="presOf" srcId="{2E8D7559-77DC-442E-A13A-609E2459594D}" destId="{61FABF33-360C-4BCA-A031-554AF714593C}" srcOrd="0" destOrd="4" presId="urn:microsoft.com/office/officeart/2005/8/layout/vList6"/>
    <dgm:cxn modelId="{1A51E9E8-ED95-49BB-B751-5C1DADD59B76}" type="presOf" srcId="{82D6DC57-5C96-4217-8DBF-010B681E4E7D}" destId="{5EA2B14A-8525-4788-B6DC-E5579DD18B2D}" srcOrd="0" destOrd="1" presId="urn:microsoft.com/office/officeart/2005/8/layout/vList6"/>
    <dgm:cxn modelId="{D8509AF4-5119-4F9E-9AC3-1A644355BEE4}" type="presOf" srcId="{DCED3CF7-4B98-4377-B190-9ABBD6BBEC80}" destId="{59486C0B-941D-4747-A0B2-2532E44AB22A}" srcOrd="0" destOrd="0" presId="urn:microsoft.com/office/officeart/2005/8/layout/vList6"/>
    <dgm:cxn modelId="{C14160FB-94A9-414B-AAC7-9A7251A8D1A0}" type="presOf" srcId="{09D7ACF8-2DC7-41BB-868D-DDF4C1B3AFA4}" destId="{5EA2B14A-8525-4788-B6DC-E5579DD18B2D}" srcOrd="0" destOrd="0" presId="urn:microsoft.com/office/officeart/2005/8/layout/vList6"/>
    <dgm:cxn modelId="{458245A0-C0C3-49CC-B66C-5BA642B9821A}" type="presParOf" srcId="{59486C0B-941D-4747-A0B2-2532E44AB22A}" destId="{B16F61A3-8C9B-4B5F-BA98-3B1641458ACC}" srcOrd="0" destOrd="0" presId="urn:microsoft.com/office/officeart/2005/8/layout/vList6"/>
    <dgm:cxn modelId="{380AA0AE-086F-4520-8355-3416CCF9B5AE}" type="presParOf" srcId="{B16F61A3-8C9B-4B5F-BA98-3B1641458ACC}" destId="{5493F6A8-F4F5-434C-A9FA-58CD86C17EE6}" srcOrd="0" destOrd="0" presId="urn:microsoft.com/office/officeart/2005/8/layout/vList6"/>
    <dgm:cxn modelId="{689CFBC5-3687-4D1B-AD75-4EE133A8F874}" type="presParOf" srcId="{B16F61A3-8C9B-4B5F-BA98-3B1641458ACC}" destId="{6642801B-756E-4DC4-8F13-F4AEC1F53CD0}" srcOrd="1" destOrd="0" presId="urn:microsoft.com/office/officeart/2005/8/layout/vList6"/>
    <dgm:cxn modelId="{3A03B12C-A254-4A97-A25E-D549C7F78170}" type="presParOf" srcId="{59486C0B-941D-4747-A0B2-2532E44AB22A}" destId="{E48ADF80-7F0F-479E-8235-5B8A7E1EEB63}" srcOrd="1" destOrd="0" presId="urn:microsoft.com/office/officeart/2005/8/layout/vList6"/>
    <dgm:cxn modelId="{104FF868-C14A-40B6-AC75-961ED02012B7}" type="presParOf" srcId="{59486C0B-941D-4747-A0B2-2532E44AB22A}" destId="{8A5D55B1-7C4E-44CD-B491-481B152E5AD8}" srcOrd="2" destOrd="0" presId="urn:microsoft.com/office/officeart/2005/8/layout/vList6"/>
    <dgm:cxn modelId="{25CDDFCE-F20B-4210-BB2A-426E13AB80F5}" type="presParOf" srcId="{8A5D55B1-7C4E-44CD-B491-481B152E5AD8}" destId="{55FC1A1A-CFC9-47E1-97C7-F58E932C55B2}" srcOrd="0" destOrd="0" presId="urn:microsoft.com/office/officeart/2005/8/layout/vList6"/>
    <dgm:cxn modelId="{A2FACA24-DBF1-4613-92E9-EC05D3273B82}" type="presParOf" srcId="{8A5D55B1-7C4E-44CD-B491-481B152E5AD8}" destId="{5EA2B14A-8525-4788-B6DC-E5579DD18B2D}" srcOrd="1" destOrd="0" presId="urn:microsoft.com/office/officeart/2005/8/layout/vList6"/>
    <dgm:cxn modelId="{007FD410-0CAC-46BC-9390-2CDC169C9AA3}" type="presParOf" srcId="{59486C0B-941D-4747-A0B2-2532E44AB22A}" destId="{8FCAED6F-5B8E-4B4E-99B9-64E01861D2CE}" srcOrd="3" destOrd="0" presId="urn:microsoft.com/office/officeart/2005/8/layout/vList6"/>
    <dgm:cxn modelId="{0B7DB5FA-B629-4D21-AE07-08821DC05D83}" type="presParOf" srcId="{59486C0B-941D-4747-A0B2-2532E44AB22A}" destId="{58F563C3-5EEF-4625-A3C4-CD90CDD612D1}" srcOrd="4" destOrd="0" presId="urn:microsoft.com/office/officeart/2005/8/layout/vList6"/>
    <dgm:cxn modelId="{BDC64ACE-79A9-41D8-B0AC-5FD0B52B8031}" type="presParOf" srcId="{58F563C3-5EEF-4625-A3C4-CD90CDD612D1}" destId="{8F1A65DD-D3D3-48A3-86A8-CD9DA7AE804E}" srcOrd="0" destOrd="0" presId="urn:microsoft.com/office/officeart/2005/8/layout/vList6"/>
    <dgm:cxn modelId="{8B76C590-89D7-467B-AF7B-1A43236E891C}" type="presParOf" srcId="{58F563C3-5EEF-4625-A3C4-CD90CDD612D1}" destId="{61FABF33-360C-4BCA-A031-554AF714593C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04A097B-84AC-452E-B89E-EB2A69743CD2}" type="doc">
      <dgm:prSet loTypeId="urn:microsoft.com/office/officeart/2005/8/layout/gear1" loCatId="cycle" qsTypeId="urn:microsoft.com/office/officeart/2005/8/quickstyle/3d5" qsCatId="3D" csTypeId="urn:microsoft.com/office/officeart/2005/8/colors/accent1_2" csCatId="accent1" phldr="1"/>
      <dgm:spPr/>
    </dgm:pt>
    <dgm:pt modelId="{A17405EB-36A4-4A23-9D92-871972891A3F}">
      <dgm:prSet phldrT="[Текст]" custT="1"/>
      <dgm:spPr/>
      <dgm:t>
        <a:bodyPr lIns="0" tIns="0" rIns="0" bIns="0"/>
        <a:lstStyle/>
        <a:p>
          <a:r>
            <a:rPr lang="ru-RU" sz="700" dirty="0"/>
            <a:t>Производительность</a:t>
          </a:r>
          <a:endParaRPr lang="ru-RU" sz="500" dirty="0"/>
        </a:p>
      </dgm:t>
    </dgm:pt>
    <dgm:pt modelId="{340D9359-41FE-42E3-A375-FAD7351ACA1F}" type="parTrans" cxnId="{5F34388B-DDCD-4873-AA7F-CFDE2CDC0589}">
      <dgm:prSet/>
      <dgm:spPr/>
      <dgm:t>
        <a:bodyPr/>
        <a:lstStyle/>
        <a:p>
          <a:endParaRPr lang="ru-RU" sz="1200"/>
        </a:p>
      </dgm:t>
    </dgm:pt>
    <dgm:pt modelId="{33DCD4A6-FA8B-4A6A-B8DC-C645D40BC495}" type="sibTrans" cxnId="{5F34388B-DDCD-4873-AA7F-CFDE2CDC0589}">
      <dgm:prSet/>
      <dgm:spPr/>
      <dgm:t>
        <a:bodyPr/>
        <a:lstStyle/>
        <a:p>
          <a:endParaRPr lang="ru-RU" sz="1200"/>
        </a:p>
      </dgm:t>
    </dgm:pt>
    <dgm:pt modelId="{D84EAF78-2CF1-4EC2-9EF2-01A9325729CC}">
      <dgm:prSet phldrT="[Текст]" custT="1"/>
      <dgm:spPr/>
      <dgm:t>
        <a:bodyPr/>
        <a:lstStyle/>
        <a:p>
          <a:r>
            <a:rPr lang="ru-RU" sz="700" dirty="0"/>
            <a:t>Качество</a:t>
          </a:r>
        </a:p>
      </dgm:t>
    </dgm:pt>
    <dgm:pt modelId="{13A84F6E-1426-45BE-93AC-74D6E17E8370}" type="parTrans" cxnId="{8E3B647E-64C0-4611-BDFA-8A475BCEB03C}">
      <dgm:prSet/>
      <dgm:spPr/>
      <dgm:t>
        <a:bodyPr/>
        <a:lstStyle/>
        <a:p>
          <a:endParaRPr lang="ru-RU" sz="1200"/>
        </a:p>
      </dgm:t>
    </dgm:pt>
    <dgm:pt modelId="{95662243-AF63-4CE2-98D8-47E0F5FB4155}" type="sibTrans" cxnId="{8E3B647E-64C0-4611-BDFA-8A475BCEB03C}">
      <dgm:prSet/>
      <dgm:spPr/>
      <dgm:t>
        <a:bodyPr/>
        <a:lstStyle/>
        <a:p>
          <a:endParaRPr lang="ru-RU" sz="1200"/>
        </a:p>
      </dgm:t>
    </dgm:pt>
    <dgm:pt modelId="{D857B55B-586C-4BA3-8EDD-5C36B2F312A4}">
      <dgm:prSet phldrT="[Текст]" custT="1"/>
      <dgm:spPr/>
      <dgm:t>
        <a:bodyPr/>
        <a:lstStyle/>
        <a:p>
          <a:r>
            <a:rPr lang="ru-RU" sz="700" dirty="0"/>
            <a:t>Эффективность</a:t>
          </a:r>
        </a:p>
      </dgm:t>
    </dgm:pt>
    <dgm:pt modelId="{CFEA6F3E-C897-40C4-89BD-C523F383881B}" type="parTrans" cxnId="{600D3650-2B2E-41E3-B9C8-9C84591C2DD1}">
      <dgm:prSet/>
      <dgm:spPr/>
      <dgm:t>
        <a:bodyPr/>
        <a:lstStyle/>
        <a:p>
          <a:endParaRPr lang="ru-RU" sz="1200"/>
        </a:p>
      </dgm:t>
    </dgm:pt>
    <dgm:pt modelId="{E1099348-AAF7-4FC8-B1E5-C5417FA30D8A}" type="sibTrans" cxnId="{600D3650-2B2E-41E3-B9C8-9C84591C2DD1}">
      <dgm:prSet/>
      <dgm:spPr/>
      <dgm:t>
        <a:bodyPr/>
        <a:lstStyle/>
        <a:p>
          <a:endParaRPr lang="ru-RU" sz="1200"/>
        </a:p>
      </dgm:t>
    </dgm:pt>
    <dgm:pt modelId="{46B9BE01-F7B3-4B04-B20D-43AAB8300CCC}" type="pres">
      <dgm:prSet presAssocID="{504A097B-84AC-452E-B89E-EB2A69743CD2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FAC8A40-FEBE-4312-B653-8ACA43B27446}" type="pres">
      <dgm:prSet presAssocID="{A17405EB-36A4-4A23-9D92-871972891A3F}" presName="gear1" presStyleLbl="node1" presStyleIdx="0" presStyleCnt="3" custAng="20617685" custScaleX="108231" custScaleY="109834" custLinFactNeighborX="-2274" custLinFactNeighborY="-6934">
        <dgm:presLayoutVars>
          <dgm:chMax val="1"/>
          <dgm:bulletEnabled val="1"/>
        </dgm:presLayoutVars>
      </dgm:prSet>
      <dgm:spPr/>
    </dgm:pt>
    <dgm:pt modelId="{3CDD4CDB-D649-42A3-9365-C669F414490A}" type="pres">
      <dgm:prSet presAssocID="{A17405EB-36A4-4A23-9D92-871972891A3F}" presName="gear1srcNode" presStyleLbl="node1" presStyleIdx="0" presStyleCnt="3"/>
      <dgm:spPr/>
    </dgm:pt>
    <dgm:pt modelId="{0C0FFB00-DDAD-4B20-A250-CE02E3F8884E}" type="pres">
      <dgm:prSet presAssocID="{A17405EB-36A4-4A23-9D92-871972891A3F}" presName="gear1dstNode" presStyleLbl="node1" presStyleIdx="0" presStyleCnt="3"/>
      <dgm:spPr/>
    </dgm:pt>
    <dgm:pt modelId="{B4FB972F-81BF-4B63-9154-7616B1E78744}" type="pres">
      <dgm:prSet presAssocID="{D84EAF78-2CF1-4EC2-9EF2-01A9325729CC}" presName="gear2" presStyleLbl="node1" presStyleIdx="1" presStyleCnt="3" custAng="537058" custScaleX="118531" custScaleY="119831" custLinFactNeighborX="-19957" custLinFactNeighborY="44372">
        <dgm:presLayoutVars>
          <dgm:chMax val="1"/>
          <dgm:bulletEnabled val="1"/>
        </dgm:presLayoutVars>
      </dgm:prSet>
      <dgm:spPr/>
    </dgm:pt>
    <dgm:pt modelId="{9CEAD188-9319-41A3-BD7E-4762CC8E8180}" type="pres">
      <dgm:prSet presAssocID="{D84EAF78-2CF1-4EC2-9EF2-01A9325729CC}" presName="gear2srcNode" presStyleLbl="node1" presStyleIdx="1" presStyleCnt="3"/>
      <dgm:spPr/>
    </dgm:pt>
    <dgm:pt modelId="{EF46EE67-D304-4FF3-853E-B82A7B877DF3}" type="pres">
      <dgm:prSet presAssocID="{D84EAF78-2CF1-4EC2-9EF2-01A9325729CC}" presName="gear2dstNode" presStyleLbl="node1" presStyleIdx="1" presStyleCnt="3"/>
      <dgm:spPr/>
    </dgm:pt>
    <dgm:pt modelId="{F0FAA869-8447-4099-B8A4-F4F667AD503F}" type="pres">
      <dgm:prSet presAssocID="{D857B55B-586C-4BA3-8EDD-5C36B2F312A4}" presName="gear3" presStyleLbl="node1" presStyleIdx="2" presStyleCnt="3" custAng="320420" custScaleX="125044" custScaleY="127048" custLinFactNeighborX="-49578" custLinFactNeighborY="9970"/>
      <dgm:spPr/>
    </dgm:pt>
    <dgm:pt modelId="{55FA2BFB-75F5-4C00-B82D-1025FFA2E3CF}" type="pres">
      <dgm:prSet presAssocID="{D857B55B-586C-4BA3-8EDD-5C36B2F312A4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487C84BF-2C5B-4866-8995-8E15074F957F}" type="pres">
      <dgm:prSet presAssocID="{D857B55B-586C-4BA3-8EDD-5C36B2F312A4}" presName="gear3srcNode" presStyleLbl="node1" presStyleIdx="2" presStyleCnt="3"/>
      <dgm:spPr/>
    </dgm:pt>
    <dgm:pt modelId="{F7D26A27-006B-4A7C-954B-6AE0CEBE148D}" type="pres">
      <dgm:prSet presAssocID="{D857B55B-586C-4BA3-8EDD-5C36B2F312A4}" presName="gear3dstNode" presStyleLbl="node1" presStyleIdx="2" presStyleCnt="3"/>
      <dgm:spPr/>
    </dgm:pt>
    <dgm:pt modelId="{AC0E5CD9-FBBB-45C9-B355-FE2B6C13FB9A}" type="pres">
      <dgm:prSet presAssocID="{33DCD4A6-FA8B-4A6A-B8DC-C645D40BC495}" presName="connector1" presStyleLbl="sibTrans2D1" presStyleIdx="0" presStyleCnt="3" custLinFactNeighborX="1509" custLinFactNeighborY="-3612"/>
      <dgm:spPr/>
    </dgm:pt>
    <dgm:pt modelId="{6AD0CDDB-DF0B-4A6E-8A1C-86D765852321}" type="pres">
      <dgm:prSet presAssocID="{95662243-AF63-4CE2-98D8-47E0F5FB4155}" presName="connector2" presStyleLbl="sibTrans2D1" presStyleIdx="1" presStyleCnt="3" custLinFactNeighborX="-14399" custLinFactNeighborY="34026"/>
      <dgm:spPr/>
    </dgm:pt>
    <dgm:pt modelId="{92C4AEB1-43B0-41FB-BB21-C2C15B7067CE}" type="pres">
      <dgm:prSet presAssocID="{E1099348-AAF7-4FC8-B1E5-C5417FA30D8A}" presName="connector3" presStyleLbl="sibTrans2D1" presStyleIdx="2" presStyleCnt="3" custLinFactNeighborX="-45801" custLinFactNeighborY="14434"/>
      <dgm:spPr/>
    </dgm:pt>
  </dgm:ptLst>
  <dgm:cxnLst>
    <dgm:cxn modelId="{DC959E01-1DB7-4138-B6A8-2C7DFEC9D6BC}" type="presOf" srcId="{E1099348-AAF7-4FC8-B1E5-C5417FA30D8A}" destId="{92C4AEB1-43B0-41FB-BB21-C2C15B7067CE}" srcOrd="0" destOrd="0" presId="urn:microsoft.com/office/officeart/2005/8/layout/gear1"/>
    <dgm:cxn modelId="{F7DD4917-C226-4342-AA86-9C927D70B7FD}" type="presOf" srcId="{D84EAF78-2CF1-4EC2-9EF2-01A9325729CC}" destId="{EF46EE67-D304-4FF3-853E-B82A7B877DF3}" srcOrd="2" destOrd="0" presId="urn:microsoft.com/office/officeart/2005/8/layout/gear1"/>
    <dgm:cxn modelId="{C5DABF3D-98CF-4715-BC07-442D0A3237EB}" type="presOf" srcId="{A17405EB-36A4-4A23-9D92-871972891A3F}" destId="{BFAC8A40-FEBE-4312-B653-8ACA43B27446}" srcOrd="0" destOrd="0" presId="urn:microsoft.com/office/officeart/2005/8/layout/gear1"/>
    <dgm:cxn modelId="{1B59A34F-9F38-4624-AD7B-4447D5FE78C7}" type="presOf" srcId="{A17405EB-36A4-4A23-9D92-871972891A3F}" destId="{3CDD4CDB-D649-42A3-9365-C669F414490A}" srcOrd="1" destOrd="0" presId="urn:microsoft.com/office/officeart/2005/8/layout/gear1"/>
    <dgm:cxn modelId="{600D3650-2B2E-41E3-B9C8-9C84591C2DD1}" srcId="{504A097B-84AC-452E-B89E-EB2A69743CD2}" destId="{D857B55B-586C-4BA3-8EDD-5C36B2F312A4}" srcOrd="2" destOrd="0" parTransId="{CFEA6F3E-C897-40C4-89BD-C523F383881B}" sibTransId="{E1099348-AAF7-4FC8-B1E5-C5417FA30D8A}"/>
    <dgm:cxn modelId="{BEEE8D57-E04E-4A6E-AD33-107812D8A25E}" type="presOf" srcId="{D857B55B-586C-4BA3-8EDD-5C36B2F312A4}" destId="{F7D26A27-006B-4A7C-954B-6AE0CEBE148D}" srcOrd="3" destOrd="0" presId="urn:microsoft.com/office/officeart/2005/8/layout/gear1"/>
    <dgm:cxn modelId="{8E3B647E-64C0-4611-BDFA-8A475BCEB03C}" srcId="{504A097B-84AC-452E-B89E-EB2A69743CD2}" destId="{D84EAF78-2CF1-4EC2-9EF2-01A9325729CC}" srcOrd="1" destOrd="0" parTransId="{13A84F6E-1426-45BE-93AC-74D6E17E8370}" sibTransId="{95662243-AF63-4CE2-98D8-47E0F5FB4155}"/>
    <dgm:cxn modelId="{C5B3A982-3F94-406B-9E53-B17480EBD7E1}" type="presOf" srcId="{A17405EB-36A4-4A23-9D92-871972891A3F}" destId="{0C0FFB00-DDAD-4B20-A250-CE02E3F8884E}" srcOrd="2" destOrd="0" presId="urn:microsoft.com/office/officeart/2005/8/layout/gear1"/>
    <dgm:cxn modelId="{933C8F83-33B9-46BF-BB45-E6449A79D451}" type="presOf" srcId="{33DCD4A6-FA8B-4A6A-B8DC-C645D40BC495}" destId="{AC0E5CD9-FBBB-45C9-B355-FE2B6C13FB9A}" srcOrd="0" destOrd="0" presId="urn:microsoft.com/office/officeart/2005/8/layout/gear1"/>
    <dgm:cxn modelId="{94B38888-7AFD-4A90-BBC1-0FE78C439F7B}" type="presOf" srcId="{D857B55B-586C-4BA3-8EDD-5C36B2F312A4}" destId="{487C84BF-2C5B-4866-8995-8E15074F957F}" srcOrd="2" destOrd="0" presId="urn:microsoft.com/office/officeart/2005/8/layout/gear1"/>
    <dgm:cxn modelId="{5F34388B-DDCD-4873-AA7F-CFDE2CDC0589}" srcId="{504A097B-84AC-452E-B89E-EB2A69743CD2}" destId="{A17405EB-36A4-4A23-9D92-871972891A3F}" srcOrd="0" destOrd="0" parTransId="{340D9359-41FE-42E3-A375-FAD7351ACA1F}" sibTransId="{33DCD4A6-FA8B-4A6A-B8DC-C645D40BC495}"/>
    <dgm:cxn modelId="{8856749B-ACE3-4924-BB65-AED0C360EF47}" type="presOf" srcId="{D857B55B-586C-4BA3-8EDD-5C36B2F312A4}" destId="{F0FAA869-8447-4099-B8A4-F4F667AD503F}" srcOrd="0" destOrd="0" presId="urn:microsoft.com/office/officeart/2005/8/layout/gear1"/>
    <dgm:cxn modelId="{9C5D669C-4652-4DD1-9479-D870F14F1FAE}" type="presOf" srcId="{D857B55B-586C-4BA3-8EDD-5C36B2F312A4}" destId="{55FA2BFB-75F5-4C00-B82D-1025FFA2E3CF}" srcOrd="1" destOrd="0" presId="urn:microsoft.com/office/officeart/2005/8/layout/gear1"/>
    <dgm:cxn modelId="{18B523A2-85D4-4FD6-A7CF-2F46EF5B133F}" type="presOf" srcId="{D84EAF78-2CF1-4EC2-9EF2-01A9325729CC}" destId="{9CEAD188-9319-41A3-BD7E-4762CC8E8180}" srcOrd="1" destOrd="0" presId="urn:microsoft.com/office/officeart/2005/8/layout/gear1"/>
    <dgm:cxn modelId="{4AD3AEB7-D3C4-44D4-BDD5-6A4220DF9E51}" type="presOf" srcId="{95662243-AF63-4CE2-98D8-47E0F5FB4155}" destId="{6AD0CDDB-DF0B-4A6E-8A1C-86D765852321}" srcOrd="0" destOrd="0" presId="urn:microsoft.com/office/officeart/2005/8/layout/gear1"/>
    <dgm:cxn modelId="{D83571BF-241F-472D-A5A7-B2A6516DC16B}" type="presOf" srcId="{504A097B-84AC-452E-B89E-EB2A69743CD2}" destId="{46B9BE01-F7B3-4B04-B20D-43AAB8300CCC}" srcOrd="0" destOrd="0" presId="urn:microsoft.com/office/officeart/2005/8/layout/gear1"/>
    <dgm:cxn modelId="{94AE9FFF-0987-4739-9267-DB8F905F0933}" type="presOf" srcId="{D84EAF78-2CF1-4EC2-9EF2-01A9325729CC}" destId="{B4FB972F-81BF-4B63-9154-7616B1E78744}" srcOrd="0" destOrd="0" presId="urn:microsoft.com/office/officeart/2005/8/layout/gear1"/>
    <dgm:cxn modelId="{860F5959-2255-4209-99B0-FF968B32014C}" type="presParOf" srcId="{46B9BE01-F7B3-4B04-B20D-43AAB8300CCC}" destId="{BFAC8A40-FEBE-4312-B653-8ACA43B27446}" srcOrd="0" destOrd="0" presId="urn:microsoft.com/office/officeart/2005/8/layout/gear1"/>
    <dgm:cxn modelId="{D65CEE19-EFE1-4CAF-BD90-1A27EF4B2394}" type="presParOf" srcId="{46B9BE01-F7B3-4B04-B20D-43AAB8300CCC}" destId="{3CDD4CDB-D649-42A3-9365-C669F414490A}" srcOrd="1" destOrd="0" presId="urn:microsoft.com/office/officeart/2005/8/layout/gear1"/>
    <dgm:cxn modelId="{982D92E1-0AA8-4B43-8EC2-586918780E4F}" type="presParOf" srcId="{46B9BE01-F7B3-4B04-B20D-43AAB8300CCC}" destId="{0C0FFB00-DDAD-4B20-A250-CE02E3F8884E}" srcOrd="2" destOrd="0" presId="urn:microsoft.com/office/officeart/2005/8/layout/gear1"/>
    <dgm:cxn modelId="{A483FC88-28C6-45E9-92B7-A97B6C47FD98}" type="presParOf" srcId="{46B9BE01-F7B3-4B04-B20D-43AAB8300CCC}" destId="{B4FB972F-81BF-4B63-9154-7616B1E78744}" srcOrd="3" destOrd="0" presId="urn:microsoft.com/office/officeart/2005/8/layout/gear1"/>
    <dgm:cxn modelId="{F3DB6F8D-8AAA-435E-AD5D-72D1DB48DBEE}" type="presParOf" srcId="{46B9BE01-F7B3-4B04-B20D-43AAB8300CCC}" destId="{9CEAD188-9319-41A3-BD7E-4762CC8E8180}" srcOrd="4" destOrd="0" presId="urn:microsoft.com/office/officeart/2005/8/layout/gear1"/>
    <dgm:cxn modelId="{7C7B9CE3-2247-467D-B164-F666D10B3C24}" type="presParOf" srcId="{46B9BE01-F7B3-4B04-B20D-43AAB8300CCC}" destId="{EF46EE67-D304-4FF3-853E-B82A7B877DF3}" srcOrd="5" destOrd="0" presId="urn:microsoft.com/office/officeart/2005/8/layout/gear1"/>
    <dgm:cxn modelId="{DD7E8986-28C8-42F5-A5F0-CD033C37C90F}" type="presParOf" srcId="{46B9BE01-F7B3-4B04-B20D-43AAB8300CCC}" destId="{F0FAA869-8447-4099-B8A4-F4F667AD503F}" srcOrd="6" destOrd="0" presId="urn:microsoft.com/office/officeart/2005/8/layout/gear1"/>
    <dgm:cxn modelId="{F458C7F8-4313-4390-B9A8-C1FC21E94E28}" type="presParOf" srcId="{46B9BE01-F7B3-4B04-B20D-43AAB8300CCC}" destId="{55FA2BFB-75F5-4C00-B82D-1025FFA2E3CF}" srcOrd="7" destOrd="0" presId="urn:microsoft.com/office/officeart/2005/8/layout/gear1"/>
    <dgm:cxn modelId="{40D0D447-4198-4E62-BB5B-B462E75B09B4}" type="presParOf" srcId="{46B9BE01-F7B3-4B04-B20D-43AAB8300CCC}" destId="{487C84BF-2C5B-4866-8995-8E15074F957F}" srcOrd="8" destOrd="0" presId="urn:microsoft.com/office/officeart/2005/8/layout/gear1"/>
    <dgm:cxn modelId="{81C539DB-D9B8-4D80-B10E-79FEF4E03431}" type="presParOf" srcId="{46B9BE01-F7B3-4B04-B20D-43AAB8300CCC}" destId="{F7D26A27-006B-4A7C-954B-6AE0CEBE148D}" srcOrd="9" destOrd="0" presId="urn:microsoft.com/office/officeart/2005/8/layout/gear1"/>
    <dgm:cxn modelId="{304AA9DF-5103-489B-AD09-0406861E6762}" type="presParOf" srcId="{46B9BE01-F7B3-4B04-B20D-43AAB8300CCC}" destId="{AC0E5CD9-FBBB-45C9-B355-FE2B6C13FB9A}" srcOrd="10" destOrd="0" presId="urn:microsoft.com/office/officeart/2005/8/layout/gear1"/>
    <dgm:cxn modelId="{F371237E-E3B6-4DFA-878E-EF8ABB59311C}" type="presParOf" srcId="{46B9BE01-F7B3-4B04-B20D-43AAB8300CCC}" destId="{6AD0CDDB-DF0B-4A6E-8A1C-86D765852321}" srcOrd="11" destOrd="0" presId="urn:microsoft.com/office/officeart/2005/8/layout/gear1"/>
    <dgm:cxn modelId="{6744C410-F318-4EFF-B150-506B0AA7C759}" type="presParOf" srcId="{46B9BE01-F7B3-4B04-B20D-43AAB8300CCC}" destId="{92C4AEB1-43B0-41FB-BB21-C2C15B7067CE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EABEBC0-462E-4B0B-BA60-73805E2562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BB2EA5C-42ED-48B3-B5A5-751D8927994A}">
      <dgm:prSet/>
      <dgm:spPr/>
      <dgm:t>
        <a:bodyPr/>
        <a:lstStyle/>
        <a:p>
          <a:pPr algn="ctr"/>
          <a:r>
            <a:rPr lang="ru-RU" dirty="0"/>
            <a:t>Возрастающая сложность </a:t>
          </a:r>
          <a:r>
            <a:rPr lang="ru-RU" dirty="0" err="1"/>
            <a:t>ПрО</a:t>
          </a:r>
          <a:r>
            <a:rPr lang="ru-RU" dirty="0"/>
            <a:t> и ПП, как следствие – высокие требования к квалификации разработчиков и экспертов </a:t>
          </a:r>
          <a:r>
            <a:rPr lang="ru-RU" dirty="0" err="1"/>
            <a:t>ПрО</a:t>
          </a:r>
          <a:endParaRPr lang="en-US" dirty="0"/>
        </a:p>
      </dgm:t>
    </dgm:pt>
    <dgm:pt modelId="{A5BF29F2-38D5-4696-9282-C2CCAC0CD0FA}" type="parTrans" cxnId="{ABDF4DBA-5942-452A-B755-7A576CFFF5C6}">
      <dgm:prSet/>
      <dgm:spPr/>
      <dgm:t>
        <a:bodyPr/>
        <a:lstStyle/>
        <a:p>
          <a:endParaRPr lang="en-US"/>
        </a:p>
      </dgm:t>
    </dgm:pt>
    <dgm:pt modelId="{12372881-7877-4FAC-82D1-703CD248F0EF}" type="sibTrans" cxnId="{ABDF4DBA-5942-452A-B755-7A576CFFF5C6}">
      <dgm:prSet/>
      <dgm:spPr/>
      <dgm:t>
        <a:bodyPr/>
        <a:lstStyle/>
        <a:p>
          <a:endParaRPr lang="en-US"/>
        </a:p>
      </dgm:t>
    </dgm:pt>
    <dgm:pt modelId="{C36D825B-A931-4D45-AD54-A848A9F569AE}">
      <dgm:prSet/>
      <dgm:spPr/>
      <dgm:t>
        <a:bodyPr/>
        <a:lstStyle/>
        <a:p>
          <a:pPr algn="ctr"/>
          <a:r>
            <a:rPr lang="ru-RU" dirty="0"/>
            <a:t>Необходимость наследования ранее созданного ПО и «старых» форматов данных</a:t>
          </a:r>
          <a:endParaRPr lang="en-US" dirty="0"/>
        </a:p>
      </dgm:t>
    </dgm:pt>
    <dgm:pt modelId="{5D08A366-CE4B-4048-A16D-7435DD6CA2D7}" type="parTrans" cxnId="{9712168C-A747-4000-BD5C-702BC9735493}">
      <dgm:prSet/>
      <dgm:spPr/>
      <dgm:t>
        <a:bodyPr/>
        <a:lstStyle/>
        <a:p>
          <a:endParaRPr lang="en-US"/>
        </a:p>
      </dgm:t>
    </dgm:pt>
    <dgm:pt modelId="{4B7E44C1-B0F9-495F-A8A2-31EEC105CC0D}" type="sibTrans" cxnId="{9712168C-A747-4000-BD5C-702BC9735493}">
      <dgm:prSet/>
      <dgm:spPr/>
      <dgm:t>
        <a:bodyPr/>
        <a:lstStyle/>
        <a:p>
          <a:endParaRPr lang="en-US"/>
        </a:p>
      </dgm:t>
    </dgm:pt>
    <dgm:pt modelId="{7209F911-42CD-412B-8304-0B8C500DFA29}">
      <dgm:prSet/>
      <dgm:spPr/>
      <dgm:t>
        <a:bodyPr/>
        <a:lstStyle/>
        <a:p>
          <a:pPr algn="ctr"/>
          <a:r>
            <a:rPr lang="ru-RU" dirty="0"/>
            <a:t>Сокращение времени на разработку - «сейчас или никогда»</a:t>
          </a:r>
          <a:endParaRPr lang="en-US" dirty="0"/>
        </a:p>
      </dgm:t>
    </dgm:pt>
    <dgm:pt modelId="{0A8C313D-BB3A-43A8-9BAD-9AF789DC942C}" type="parTrans" cxnId="{81143713-39AD-4335-B49E-9AD33138EBB8}">
      <dgm:prSet/>
      <dgm:spPr/>
      <dgm:t>
        <a:bodyPr/>
        <a:lstStyle/>
        <a:p>
          <a:endParaRPr lang="en-US"/>
        </a:p>
      </dgm:t>
    </dgm:pt>
    <dgm:pt modelId="{8A85C647-B963-4622-8C97-751DC1B50DE8}" type="sibTrans" cxnId="{81143713-39AD-4335-B49E-9AD33138EBB8}">
      <dgm:prSet/>
      <dgm:spPr/>
      <dgm:t>
        <a:bodyPr/>
        <a:lstStyle/>
        <a:p>
          <a:endParaRPr lang="en-US"/>
        </a:p>
      </dgm:t>
    </dgm:pt>
    <dgm:pt modelId="{1EABD918-CC99-43D2-9037-522A8FD873A3}" type="pres">
      <dgm:prSet presAssocID="{0EABEBC0-462E-4B0B-BA60-73805E25628A}" presName="linear" presStyleCnt="0">
        <dgm:presLayoutVars>
          <dgm:animLvl val="lvl"/>
          <dgm:resizeHandles val="exact"/>
        </dgm:presLayoutVars>
      </dgm:prSet>
      <dgm:spPr/>
    </dgm:pt>
    <dgm:pt modelId="{0EFA9685-9028-43D7-B37D-8D502B168D7B}" type="pres">
      <dgm:prSet presAssocID="{7BB2EA5C-42ED-48B3-B5A5-751D8927994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33CD810-B14D-45FD-9A41-998E76C98A3E}" type="pres">
      <dgm:prSet presAssocID="{12372881-7877-4FAC-82D1-703CD248F0EF}" presName="spacer" presStyleCnt="0"/>
      <dgm:spPr/>
    </dgm:pt>
    <dgm:pt modelId="{FE6A7A64-E7D9-4F53-83CD-79FF1B685B9D}" type="pres">
      <dgm:prSet presAssocID="{C36D825B-A931-4D45-AD54-A848A9F569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BE2B6A-6069-4643-8422-6314793889C8}" type="pres">
      <dgm:prSet presAssocID="{4B7E44C1-B0F9-495F-A8A2-31EEC105CC0D}" presName="spacer" presStyleCnt="0"/>
      <dgm:spPr/>
    </dgm:pt>
    <dgm:pt modelId="{4FF41438-4E85-487B-8F7A-A544117BB599}" type="pres">
      <dgm:prSet presAssocID="{7209F911-42CD-412B-8304-0B8C500DFA2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166B00E-C725-46BA-9B91-E208671DD0CD}" type="presOf" srcId="{C36D825B-A931-4D45-AD54-A848A9F569AE}" destId="{FE6A7A64-E7D9-4F53-83CD-79FF1B685B9D}" srcOrd="0" destOrd="0" presId="urn:microsoft.com/office/officeart/2005/8/layout/vList2"/>
    <dgm:cxn modelId="{81143713-39AD-4335-B49E-9AD33138EBB8}" srcId="{0EABEBC0-462E-4B0B-BA60-73805E25628A}" destId="{7209F911-42CD-412B-8304-0B8C500DFA29}" srcOrd="2" destOrd="0" parTransId="{0A8C313D-BB3A-43A8-9BAD-9AF789DC942C}" sibTransId="{8A85C647-B963-4622-8C97-751DC1B50DE8}"/>
    <dgm:cxn modelId="{40509D1A-022C-4BE5-8A6B-BC29F9B672D8}" type="presOf" srcId="{7BB2EA5C-42ED-48B3-B5A5-751D8927994A}" destId="{0EFA9685-9028-43D7-B37D-8D502B168D7B}" srcOrd="0" destOrd="0" presId="urn:microsoft.com/office/officeart/2005/8/layout/vList2"/>
    <dgm:cxn modelId="{659E9341-4085-4653-97FE-C71890A93750}" type="presOf" srcId="{7209F911-42CD-412B-8304-0B8C500DFA29}" destId="{4FF41438-4E85-487B-8F7A-A544117BB599}" srcOrd="0" destOrd="0" presId="urn:microsoft.com/office/officeart/2005/8/layout/vList2"/>
    <dgm:cxn modelId="{9712168C-A747-4000-BD5C-702BC9735493}" srcId="{0EABEBC0-462E-4B0B-BA60-73805E25628A}" destId="{C36D825B-A931-4D45-AD54-A848A9F569AE}" srcOrd="1" destOrd="0" parTransId="{5D08A366-CE4B-4048-A16D-7435DD6CA2D7}" sibTransId="{4B7E44C1-B0F9-495F-A8A2-31EEC105CC0D}"/>
    <dgm:cxn modelId="{ABDF4DBA-5942-452A-B755-7A576CFFF5C6}" srcId="{0EABEBC0-462E-4B0B-BA60-73805E25628A}" destId="{7BB2EA5C-42ED-48B3-B5A5-751D8927994A}" srcOrd="0" destOrd="0" parTransId="{A5BF29F2-38D5-4696-9282-C2CCAC0CD0FA}" sibTransId="{12372881-7877-4FAC-82D1-703CD248F0EF}"/>
    <dgm:cxn modelId="{DEE755C3-C7FF-49AC-8EC4-DFED3EB2EE3E}" type="presOf" srcId="{0EABEBC0-462E-4B0B-BA60-73805E25628A}" destId="{1EABD918-CC99-43D2-9037-522A8FD873A3}" srcOrd="0" destOrd="0" presId="urn:microsoft.com/office/officeart/2005/8/layout/vList2"/>
    <dgm:cxn modelId="{B5008FDE-346E-4147-B9E7-AE2A95693BB0}" type="presParOf" srcId="{1EABD918-CC99-43D2-9037-522A8FD873A3}" destId="{0EFA9685-9028-43D7-B37D-8D502B168D7B}" srcOrd="0" destOrd="0" presId="urn:microsoft.com/office/officeart/2005/8/layout/vList2"/>
    <dgm:cxn modelId="{41D4D047-91E7-4AEE-82E9-5457A3AD5FA0}" type="presParOf" srcId="{1EABD918-CC99-43D2-9037-522A8FD873A3}" destId="{733CD810-B14D-45FD-9A41-998E76C98A3E}" srcOrd="1" destOrd="0" presId="urn:microsoft.com/office/officeart/2005/8/layout/vList2"/>
    <dgm:cxn modelId="{85A41FD7-437C-45F7-AE59-251405EB42FE}" type="presParOf" srcId="{1EABD918-CC99-43D2-9037-522A8FD873A3}" destId="{FE6A7A64-E7D9-4F53-83CD-79FF1B685B9D}" srcOrd="2" destOrd="0" presId="urn:microsoft.com/office/officeart/2005/8/layout/vList2"/>
    <dgm:cxn modelId="{3B8C8F96-EEFC-48EC-BE73-19E3E8E17B42}" type="presParOf" srcId="{1EABD918-CC99-43D2-9037-522A8FD873A3}" destId="{96BE2B6A-6069-4643-8422-6314793889C8}" srcOrd="3" destOrd="0" presId="urn:microsoft.com/office/officeart/2005/8/layout/vList2"/>
    <dgm:cxn modelId="{6CBE15B8-B365-4E9B-80E9-58C450219055}" type="presParOf" srcId="{1EABD918-CC99-43D2-9037-522A8FD873A3}" destId="{4FF41438-4E85-487B-8F7A-A544117BB59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A8F741-F0CE-4DC1-AD87-D1AC511D573E}" type="doc">
      <dgm:prSet loTypeId="urn:microsoft.com/office/officeart/2005/8/layout/default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026DBFCD-529F-48E1-949F-0131E2031C24}">
      <dgm:prSet custT="1"/>
      <dgm:spPr/>
      <dgm:t>
        <a:bodyPr/>
        <a:lstStyle/>
        <a:p>
          <a:r>
            <a:rPr lang="ru-RU" sz="1050" dirty="0"/>
            <a:t>Трудность управления процессом разработки</a:t>
          </a:r>
          <a:endParaRPr lang="en-US" sz="1050" dirty="0"/>
        </a:p>
      </dgm:t>
    </dgm:pt>
    <dgm:pt modelId="{4ED4DFC6-8352-42EA-8275-A0E7BF6CA477}" type="parTrans" cxnId="{A65030F1-7ED1-4191-83F7-0C80FC147C20}">
      <dgm:prSet/>
      <dgm:spPr/>
      <dgm:t>
        <a:bodyPr/>
        <a:lstStyle/>
        <a:p>
          <a:endParaRPr lang="en-US" sz="1200"/>
        </a:p>
      </dgm:t>
    </dgm:pt>
    <dgm:pt modelId="{3E5F5354-E214-420D-B6A0-E5D316E950EC}" type="sibTrans" cxnId="{A65030F1-7ED1-4191-83F7-0C80FC147C20}">
      <dgm:prSet/>
      <dgm:spPr/>
      <dgm:t>
        <a:bodyPr/>
        <a:lstStyle/>
        <a:p>
          <a:endParaRPr lang="en-US" sz="1200"/>
        </a:p>
      </dgm:t>
    </dgm:pt>
    <dgm:pt modelId="{9B30EED3-369E-46B1-8306-764A27FABED3}">
      <dgm:prSet custT="1"/>
      <dgm:spPr/>
      <dgm:t>
        <a:bodyPr/>
        <a:lstStyle/>
        <a:p>
          <a:r>
            <a:rPr lang="ru-RU" sz="1050"/>
            <a:t>Необходимость обеспечить достаточную гибкость программы</a:t>
          </a:r>
          <a:endParaRPr lang="en-US" sz="1050"/>
        </a:p>
      </dgm:t>
    </dgm:pt>
    <dgm:pt modelId="{3EE9213B-2717-4E29-9FF1-3D304D37E9E8}" type="parTrans" cxnId="{DB4B4452-2FE6-48D4-B362-8F6FDCBDB197}">
      <dgm:prSet/>
      <dgm:spPr/>
      <dgm:t>
        <a:bodyPr/>
        <a:lstStyle/>
        <a:p>
          <a:endParaRPr lang="en-US" sz="1200"/>
        </a:p>
      </dgm:t>
    </dgm:pt>
    <dgm:pt modelId="{957014E7-2A59-45D1-BA6E-56183255979F}" type="sibTrans" cxnId="{DB4B4452-2FE6-48D4-B362-8F6FDCBDB197}">
      <dgm:prSet/>
      <dgm:spPr/>
      <dgm:t>
        <a:bodyPr/>
        <a:lstStyle/>
        <a:p>
          <a:endParaRPr lang="en-US" sz="1200"/>
        </a:p>
      </dgm:t>
    </dgm:pt>
    <dgm:pt modelId="{03C4B90B-5943-489F-8792-7A6A65B3F9CF}">
      <dgm:prSet custT="1"/>
      <dgm:spPr/>
      <dgm:t>
        <a:bodyPr/>
        <a:lstStyle/>
        <a:p>
          <a:r>
            <a:rPr lang="ru-RU" sz="1050" dirty="0"/>
            <a:t>Неудовлетворительные способы описания поведения больших систем</a:t>
          </a:r>
          <a:endParaRPr lang="en-US" sz="1050" dirty="0"/>
        </a:p>
      </dgm:t>
    </dgm:pt>
    <dgm:pt modelId="{F4E955C0-FC0E-4289-91E9-A3001C260862}" type="parTrans" cxnId="{CE2F716C-5DD9-43A2-B480-CB52B6E306E9}">
      <dgm:prSet/>
      <dgm:spPr/>
      <dgm:t>
        <a:bodyPr/>
        <a:lstStyle/>
        <a:p>
          <a:endParaRPr lang="en-US" sz="1200"/>
        </a:p>
      </dgm:t>
    </dgm:pt>
    <dgm:pt modelId="{7270FC08-6A36-4F53-8208-271BE2164771}" type="sibTrans" cxnId="{CE2F716C-5DD9-43A2-B480-CB52B6E306E9}">
      <dgm:prSet/>
      <dgm:spPr/>
      <dgm:t>
        <a:bodyPr/>
        <a:lstStyle/>
        <a:p>
          <a:endParaRPr lang="en-US" sz="1200"/>
        </a:p>
      </dgm:t>
    </dgm:pt>
    <dgm:pt modelId="{772399DF-8F52-48D1-AD0A-71366ABBBE61}" type="pres">
      <dgm:prSet presAssocID="{2BA8F741-F0CE-4DC1-AD87-D1AC511D573E}" presName="diagram" presStyleCnt="0">
        <dgm:presLayoutVars>
          <dgm:dir/>
          <dgm:resizeHandles val="exact"/>
        </dgm:presLayoutVars>
      </dgm:prSet>
      <dgm:spPr/>
    </dgm:pt>
    <dgm:pt modelId="{F15CDFBE-8F20-4356-A28D-618CE6010139}" type="pres">
      <dgm:prSet presAssocID="{026DBFCD-529F-48E1-949F-0131E2031C24}" presName="node" presStyleLbl="node1" presStyleIdx="0" presStyleCnt="3">
        <dgm:presLayoutVars>
          <dgm:bulletEnabled val="1"/>
        </dgm:presLayoutVars>
      </dgm:prSet>
      <dgm:spPr/>
    </dgm:pt>
    <dgm:pt modelId="{31FF7E1B-3388-44F7-A9B6-9AF492CEE9D3}" type="pres">
      <dgm:prSet presAssocID="{3E5F5354-E214-420D-B6A0-E5D316E950EC}" presName="sibTrans" presStyleCnt="0"/>
      <dgm:spPr/>
    </dgm:pt>
    <dgm:pt modelId="{13E39553-EEDC-4087-835E-3CFD2B07649F}" type="pres">
      <dgm:prSet presAssocID="{9B30EED3-369E-46B1-8306-764A27FABED3}" presName="node" presStyleLbl="node1" presStyleIdx="1" presStyleCnt="3">
        <dgm:presLayoutVars>
          <dgm:bulletEnabled val="1"/>
        </dgm:presLayoutVars>
      </dgm:prSet>
      <dgm:spPr/>
    </dgm:pt>
    <dgm:pt modelId="{0790FA62-423F-4FBE-9831-C5AE7CC45EC0}" type="pres">
      <dgm:prSet presAssocID="{957014E7-2A59-45D1-BA6E-56183255979F}" presName="sibTrans" presStyleCnt="0"/>
      <dgm:spPr/>
    </dgm:pt>
    <dgm:pt modelId="{67E7DECF-8772-4A40-A3B1-C9A770E17F7F}" type="pres">
      <dgm:prSet presAssocID="{03C4B90B-5943-489F-8792-7A6A65B3F9CF}" presName="node" presStyleLbl="node1" presStyleIdx="2" presStyleCnt="3" custLinFactNeighborX="-969" custLinFactNeighborY="-15189">
        <dgm:presLayoutVars>
          <dgm:bulletEnabled val="1"/>
        </dgm:presLayoutVars>
      </dgm:prSet>
      <dgm:spPr/>
    </dgm:pt>
  </dgm:ptLst>
  <dgm:cxnLst>
    <dgm:cxn modelId="{92701609-A927-4D36-8839-233CA04545F6}" type="presOf" srcId="{9B30EED3-369E-46B1-8306-764A27FABED3}" destId="{13E39553-EEDC-4087-835E-3CFD2B07649F}" srcOrd="0" destOrd="0" presId="urn:microsoft.com/office/officeart/2005/8/layout/default"/>
    <dgm:cxn modelId="{EE4F7A69-169B-46D9-912E-2774079AD7B1}" type="presOf" srcId="{03C4B90B-5943-489F-8792-7A6A65B3F9CF}" destId="{67E7DECF-8772-4A40-A3B1-C9A770E17F7F}" srcOrd="0" destOrd="0" presId="urn:microsoft.com/office/officeart/2005/8/layout/default"/>
    <dgm:cxn modelId="{CE2F716C-5DD9-43A2-B480-CB52B6E306E9}" srcId="{2BA8F741-F0CE-4DC1-AD87-D1AC511D573E}" destId="{03C4B90B-5943-489F-8792-7A6A65B3F9CF}" srcOrd="2" destOrd="0" parTransId="{F4E955C0-FC0E-4289-91E9-A3001C260862}" sibTransId="{7270FC08-6A36-4F53-8208-271BE2164771}"/>
    <dgm:cxn modelId="{DB4B4452-2FE6-48D4-B362-8F6FDCBDB197}" srcId="{2BA8F741-F0CE-4DC1-AD87-D1AC511D573E}" destId="{9B30EED3-369E-46B1-8306-764A27FABED3}" srcOrd="1" destOrd="0" parTransId="{3EE9213B-2717-4E29-9FF1-3D304D37E9E8}" sibTransId="{957014E7-2A59-45D1-BA6E-56183255979F}"/>
    <dgm:cxn modelId="{8781B8A1-3BE1-4027-B74E-21327BB0577B}" type="presOf" srcId="{2BA8F741-F0CE-4DC1-AD87-D1AC511D573E}" destId="{772399DF-8F52-48D1-AD0A-71366ABBBE61}" srcOrd="0" destOrd="0" presId="urn:microsoft.com/office/officeart/2005/8/layout/default"/>
    <dgm:cxn modelId="{EEE61BB0-121B-47ED-B351-1AB658499BFE}" type="presOf" srcId="{026DBFCD-529F-48E1-949F-0131E2031C24}" destId="{F15CDFBE-8F20-4356-A28D-618CE6010139}" srcOrd="0" destOrd="0" presId="urn:microsoft.com/office/officeart/2005/8/layout/default"/>
    <dgm:cxn modelId="{A65030F1-7ED1-4191-83F7-0C80FC147C20}" srcId="{2BA8F741-F0CE-4DC1-AD87-D1AC511D573E}" destId="{026DBFCD-529F-48E1-949F-0131E2031C24}" srcOrd="0" destOrd="0" parTransId="{4ED4DFC6-8352-42EA-8275-A0E7BF6CA477}" sibTransId="{3E5F5354-E214-420D-B6A0-E5D316E950EC}"/>
    <dgm:cxn modelId="{0502EDF9-DC1C-4352-9AED-7C273AA20B13}" type="presParOf" srcId="{772399DF-8F52-48D1-AD0A-71366ABBBE61}" destId="{F15CDFBE-8F20-4356-A28D-618CE6010139}" srcOrd="0" destOrd="0" presId="urn:microsoft.com/office/officeart/2005/8/layout/default"/>
    <dgm:cxn modelId="{3B21C888-7ACC-4A25-A3BF-F4A4C46372C9}" type="presParOf" srcId="{772399DF-8F52-48D1-AD0A-71366ABBBE61}" destId="{31FF7E1B-3388-44F7-A9B6-9AF492CEE9D3}" srcOrd="1" destOrd="0" presId="urn:microsoft.com/office/officeart/2005/8/layout/default"/>
    <dgm:cxn modelId="{B530D7DC-F8C4-4CB5-8406-5501115F46F6}" type="presParOf" srcId="{772399DF-8F52-48D1-AD0A-71366ABBBE61}" destId="{13E39553-EEDC-4087-835E-3CFD2B07649F}" srcOrd="2" destOrd="0" presId="urn:microsoft.com/office/officeart/2005/8/layout/default"/>
    <dgm:cxn modelId="{0F1E2C51-4705-4453-B8EB-B66D76CC7A6D}" type="presParOf" srcId="{772399DF-8F52-48D1-AD0A-71366ABBBE61}" destId="{0790FA62-423F-4FBE-9831-C5AE7CC45EC0}" srcOrd="3" destOrd="0" presId="urn:microsoft.com/office/officeart/2005/8/layout/default"/>
    <dgm:cxn modelId="{B5FE005B-73CF-4B9F-BA62-8DF183A5C532}" type="presParOf" srcId="{772399DF-8F52-48D1-AD0A-71366ABBBE61}" destId="{67E7DECF-8772-4A40-A3B1-C9A770E17F7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25A39D2-5DA2-44B8-917B-4A60C80B155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95DFE3-9EBA-4A6B-AD13-0938087CEEB1}">
      <dgm:prSet/>
      <dgm:spPr/>
      <dgm:t>
        <a:bodyPr/>
        <a:lstStyle/>
        <a:p>
          <a:r>
            <a:rPr lang="ru-RU" dirty="0"/>
            <a:t>Основу технологии проектирования ИС составляет методология, которая определяет сущность, основные отличительные технологические особенности</a:t>
          </a:r>
          <a:endParaRPr lang="en-US" dirty="0"/>
        </a:p>
      </dgm:t>
    </dgm:pt>
    <dgm:pt modelId="{05C587C1-B9B6-43C1-8536-95E10BD49E20}" type="parTrans" cxnId="{8A135E5A-B567-431F-AD3E-03C894AD91AC}">
      <dgm:prSet/>
      <dgm:spPr/>
      <dgm:t>
        <a:bodyPr/>
        <a:lstStyle/>
        <a:p>
          <a:endParaRPr lang="en-US"/>
        </a:p>
      </dgm:t>
    </dgm:pt>
    <dgm:pt modelId="{810B413B-D5B9-4F55-837B-13AC7AC6D5B8}" type="sibTrans" cxnId="{8A135E5A-B567-431F-AD3E-03C894AD91AC}">
      <dgm:prSet/>
      <dgm:spPr/>
      <dgm:t>
        <a:bodyPr/>
        <a:lstStyle/>
        <a:p>
          <a:endParaRPr lang="en-US"/>
        </a:p>
      </dgm:t>
    </dgm:pt>
    <dgm:pt modelId="{F7D2D1A5-39C6-4297-A06E-2E0A3CF82AEF}">
      <dgm:prSet/>
      <dgm:spPr/>
      <dgm:t>
        <a:bodyPr/>
        <a:lstStyle/>
        <a:p>
          <a:r>
            <a:rPr lang="ru-RU" dirty="0"/>
            <a:t>Методология проектирования предполагает наличие единой концепции и принципов проектирования, реализуемых набором методов анализа и проектирования, которые в свою очередь должны поддерживаться некоторыми средствами проектирования</a:t>
          </a:r>
          <a:endParaRPr lang="en-US" dirty="0"/>
        </a:p>
      </dgm:t>
    </dgm:pt>
    <dgm:pt modelId="{A943DA84-ABE4-4235-9677-42153D6498AD}" type="parTrans" cxnId="{73CD23CE-CB3A-4F1A-9627-C7AFDBC850ED}">
      <dgm:prSet/>
      <dgm:spPr/>
      <dgm:t>
        <a:bodyPr/>
        <a:lstStyle/>
        <a:p>
          <a:endParaRPr lang="en-US"/>
        </a:p>
      </dgm:t>
    </dgm:pt>
    <dgm:pt modelId="{4FEC20AC-37C8-4AA8-88E7-E3E83CEDF88D}" type="sibTrans" cxnId="{73CD23CE-CB3A-4F1A-9627-C7AFDBC850ED}">
      <dgm:prSet/>
      <dgm:spPr/>
      <dgm:t>
        <a:bodyPr/>
        <a:lstStyle/>
        <a:p>
          <a:endParaRPr lang="en-US"/>
        </a:p>
      </dgm:t>
    </dgm:pt>
    <dgm:pt modelId="{777D1065-3E95-4D32-A319-2BFFDD6A946B}">
      <dgm:prSet/>
      <dgm:spPr/>
      <dgm:t>
        <a:bodyPr/>
        <a:lstStyle/>
        <a:p>
          <a:r>
            <a:rPr lang="ru-RU" dirty="0"/>
            <a:t>Методология проектирования определяет методы и средства организации проектирования в части взаимодействия проектировщиков между собой и с заказчиком в процессе создания проекта ИС</a:t>
          </a:r>
          <a:endParaRPr lang="en-US" dirty="0"/>
        </a:p>
      </dgm:t>
    </dgm:pt>
    <dgm:pt modelId="{2F4D55F7-21D1-4E33-AFD9-89242B2BCA48}" type="parTrans" cxnId="{D60E01CE-EC80-4F80-A19E-4AE8FCD28FF4}">
      <dgm:prSet/>
      <dgm:spPr/>
      <dgm:t>
        <a:bodyPr/>
        <a:lstStyle/>
        <a:p>
          <a:endParaRPr lang="en-US"/>
        </a:p>
      </dgm:t>
    </dgm:pt>
    <dgm:pt modelId="{2D7C5130-F0E0-4B0D-9AF5-598C9BEDDDC6}" type="sibTrans" cxnId="{D60E01CE-EC80-4F80-A19E-4AE8FCD28FF4}">
      <dgm:prSet/>
      <dgm:spPr/>
      <dgm:t>
        <a:bodyPr/>
        <a:lstStyle/>
        <a:p>
          <a:endParaRPr lang="en-US"/>
        </a:p>
      </dgm:t>
    </dgm:pt>
    <dgm:pt modelId="{333F75B2-7531-42CB-A05C-DFC84158ABE2}" type="pres">
      <dgm:prSet presAssocID="{825A39D2-5DA2-44B8-917B-4A60C80B1554}" presName="root" presStyleCnt="0">
        <dgm:presLayoutVars>
          <dgm:dir/>
          <dgm:resizeHandles val="exact"/>
        </dgm:presLayoutVars>
      </dgm:prSet>
      <dgm:spPr/>
    </dgm:pt>
    <dgm:pt modelId="{B25DCD8E-8A92-4DF5-AE30-FC648DB41CDE}" type="pres">
      <dgm:prSet presAssocID="{E995DFE3-9EBA-4A6B-AD13-0938087CEEB1}" presName="compNode" presStyleCnt="0"/>
      <dgm:spPr/>
    </dgm:pt>
    <dgm:pt modelId="{7EE5365C-92A3-4B39-8B8D-C913182DC4F7}" type="pres">
      <dgm:prSet presAssocID="{E995DFE3-9EBA-4A6B-AD13-0938087CEEB1}" presName="bgRect" presStyleLbl="bgShp" presStyleIdx="0" presStyleCnt="3"/>
      <dgm:spPr/>
    </dgm:pt>
    <dgm:pt modelId="{B210C806-39E3-40F9-9B19-E40F37599975}" type="pres">
      <dgm:prSet presAssocID="{E995DFE3-9EBA-4A6B-AD13-0938087CEEB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B229EEE1-611A-473E-93CB-E6F870C66EE7}" type="pres">
      <dgm:prSet presAssocID="{E995DFE3-9EBA-4A6B-AD13-0938087CEEB1}" presName="spaceRect" presStyleCnt="0"/>
      <dgm:spPr/>
    </dgm:pt>
    <dgm:pt modelId="{2794041D-595D-4B1D-B4BF-78FFD69EF651}" type="pres">
      <dgm:prSet presAssocID="{E995DFE3-9EBA-4A6B-AD13-0938087CEEB1}" presName="parTx" presStyleLbl="revTx" presStyleIdx="0" presStyleCnt="3">
        <dgm:presLayoutVars>
          <dgm:chMax val="0"/>
          <dgm:chPref val="0"/>
        </dgm:presLayoutVars>
      </dgm:prSet>
      <dgm:spPr/>
    </dgm:pt>
    <dgm:pt modelId="{72DA21DE-34EB-42AC-85AD-AE2E23D37846}" type="pres">
      <dgm:prSet presAssocID="{810B413B-D5B9-4F55-837B-13AC7AC6D5B8}" presName="sibTrans" presStyleCnt="0"/>
      <dgm:spPr/>
    </dgm:pt>
    <dgm:pt modelId="{DF93EC73-2C39-4178-9793-14CE3ECDD203}" type="pres">
      <dgm:prSet presAssocID="{F7D2D1A5-39C6-4297-A06E-2E0A3CF82AEF}" presName="compNode" presStyleCnt="0"/>
      <dgm:spPr/>
    </dgm:pt>
    <dgm:pt modelId="{B13F75B5-0943-4A0C-ABDB-B40EB53E0FEC}" type="pres">
      <dgm:prSet presAssocID="{F7D2D1A5-39C6-4297-A06E-2E0A3CF82AEF}" presName="bgRect" presStyleLbl="bgShp" presStyleIdx="1" presStyleCnt="3"/>
      <dgm:spPr/>
    </dgm:pt>
    <dgm:pt modelId="{41DAF879-A072-43DB-A909-6D5F883733A9}" type="pres">
      <dgm:prSet presAssocID="{F7D2D1A5-39C6-4297-A06E-2E0A3CF82AE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E847D36D-A48B-4E3E-BB3C-339934841AD2}" type="pres">
      <dgm:prSet presAssocID="{F7D2D1A5-39C6-4297-A06E-2E0A3CF82AEF}" presName="spaceRect" presStyleCnt="0"/>
      <dgm:spPr/>
    </dgm:pt>
    <dgm:pt modelId="{4F636E12-AE83-4B53-8069-7BDC78D1F2C0}" type="pres">
      <dgm:prSet presAssocID="{F7D2D1A5-39C6-4297-A06E-2E0A3CF82AEF}" presName="parTx" presStyleLbl="revTx" presStyleIdx="1" presStyleCnt="3">
        <dgm:presLayoutVars>
          <dgm:chMax val="0"/>
          <dgm:chPref val="0"/>
        </dgm:presLayoutVars>
      </dgm:prSet>
      <dgm:spPr/>
    </dgm:pt>
    <dgm:pt modelId="{20C315DC-BAD8-4A45-A326-938BC6BF059F}" type="pres">
      <dgm:prSet presAssocID="{4FEC20AC-37C8-4AA8-88E7-E3E83CEDF88D}" presName="sibTrans" presStyleCnt="0"/>
      <dgm:spPr/>
    </dgm:pt>
    <dgm:pt modelId="{4C5E9A8D-E885-4F5E-A701-2E61E970A80D}" type="pres">
      <dgm:prSet presAssocID="{777D1065-3E95-4D32-A319-2BFFDD6A946B}" presName="compNode" presStyleCnt="0"/>
      <dgm:spPr/>
    </dgm:pt>
    <dgm:pt modelId="{39CCA975-74DC-4CF8-92EC-80CC844E53C0}" type="pres">
      <dgm:prSet presAssocID="{777D1065-3E95-4D32-A319-2BFFDD6A946B}" presName="bgRect" presStyleLbl="bgShp" presStyleIdx="2" presStyleCnt="3"/>
      <dgm:spPr/>
    </dgm:pt>
    <dgm:pt modelId="{C0ADD871-AA85-4186-8200-3A5684CD2D78}" type="pres">
      <dgm:prSet presAssocID="{777D1065-3E95-4D32-A319-2BFFDD6A94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Иерархия"/>
        </a:ext>
      </dgm:extLst>
    </dgm:pt>
    <dgm:pt modelId="{9B37F912-6D92-4322-A7F2-9A7FB64D920F}" type="pres">
      <dgm:prSet presAssocID="{777D1065-3E95-4D32-A319-2BFFDD6A946B}" presName="spaceRect" presStyleCnt="0"/>
      <dgm:spPr/>
    </dgm:pt>
    <dgm:pt modelId="{5892F632-7BEE-48F3-B954-9A5183627614}" type="pres">
      <dgm:prSet presAssocID="{777D1065-3E95-4D32-A319-2BFFDD6A946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F9E1826-B9E6-4E99-8ADF-51EDA03640E3}" type="presOf" srcId="{F7D2D1A5-39C6-4297-A06E-2E0A3CF82AEF}" destId="{4F636E12-AE83-4B53-8069-7BDC78D1F2C0}" srcOrd="0" destOrd="0" presId="urn:microsoft.com/office/officeart/2018/2/layout/IconVerticalSolidList"/>
    <dgm:cxn modelId="{06708F2A-B8D2-4262-B6AC-8C0A7A9C73BA}" type="presOf" srcId="{E995DFE3-9EBA-4A6B-AD13-0938087CEEB1}" destId="{2794041D-595D-4B1D-B4BF-78FFD69EF651}" srcOrd="0" destOrd="0" presId="urn:microsoft.com/office/officeart/2018/2/layout/IconVerticalSolidList"/>
    <dgm:cxn modelId="{C7201255-7427-49E6-9B75-24B0A042075E}" type="presOf" srcId="{825A39D2-5DA2-44B8-917B-4A60C80B1554}" destId="{333F75B2-7531-42CB-A05C-DFC84158ABE2}" srcOrd="0" destOrd="0" presId="urn:microsoft.com/office/officeart/2018/2/layout/IconVerticalSolidList"/>
    <dgm:cxn modelId="{8A135E5A-B567-431F-AD3E-03C894AD91AC}" srcId="{825A39D2-5DA2-44B8-917B-4A60C80B1554}" destId="{E995DFE3-9EBA-4A6B-AD13-0938087CEEB1}" srcOrd="0" destOrd="0" parTransId="{05C587C1-B9B6-43C1-8536-95E10BD49E20}" sibTransId="{810B413B-D5B9-4F55-837B-13AC7AC6D5B8}"/>
    <dgm:cxn modelId="{3F601AA9-2879-4DA6-908E-D728501923D8}" type="presOf" srcId="{777D1065-3E95-4D32-A319-2BFFDD6A946B}" destId="{5892F632-7BEE-48F3-B954-9A5183627614}" srcOrd="0" destOrd="0" presId="urn:microsoft.com/office/officeart/2018/2/layout/IconVerticalSolidList"/>
    <dgm:cxn modelId="{D60E01CE-EC80-4F80-A19E-4AE8FCD28FF4}" srcId="{825A39D2-5DA2-44B8-917B-4A60C80B1554}" destId="{777D1065-3E95-4D32-A319-2BFFDD6A946B}" srcOrd="2" destOrd="0" parTransId="{2F4D55F7-21D1-4E33-AFD9-89242B2BCA48}" sibTransId="{2D7C5130-F0E0-4B0D-9AF5-598C9BEDDDC6}"/>
    <dgm:cxn modelId="{73CD23CE-CB3A-4F1A-9627-C7AFDBC850ED}" srcId="{825A39D2-5DA2-44B8-917B-4A60C80B1554}" destId="{F7D2D1A5-39C6-4297-A06E-2E0A3CF82AEF}" srcOrd="1" destOrd="0" parTransId="{A943DA84-ABE4-4235-9677-42153D6498AD}" sibTransId="{4FEC20AC-37C8-4AA8-88E7-E3E83CEDF88D}"/>
    <dgm:cxn modelId="{324B9B72-62EB-4231-8514-716F3BF29A79}" type="presParOf" srcId="{333F75B2-7531-42CB-A05C-DFC84158ABE2}" destId="{B25DCD8E-8A92-4DF5-AE30-FC648DB41CDE}" srcOrd="0" destOrd="0" presId="urn:microsoft.com/office/officeart/2018/2/layout/IconVerticalSolidList"/>
    <dgm:cxn modelId="{4A913691-F77A-4254-8E30-C9C76AF5F5E0}" type="presParOf" srcId="{B25DCD8E-8A92-4DF5-AE30-FC648DB41CDE}" destId="{7EE5365C-92A3-4B39-8B8D-C913182DC4F7}" srcOrd="0" destOrd="0" presId="urn:microsoft.com/office/officeart/2018/2/layout/IconVerticalSolidList"/>
    <dgm:cxn modelId="{4BCA5AFA-B019-4113-9370-2A2225BC52AB}" type="presParOf" srcId="{B25DCD8E-8A92-4DF5-AE30-FC648DB41CDE}" destId="{B210C806-39E3-40F9-9B19-E40F37599975}" srcOrd="1" destOrd="0" presId="urn:microsoft.com/office/officeart/2018/2/layout/IconVerticalSolidList"/>
    <dgm:cxn modelId="{2FAAB2AF-6DF9-433C-96F7-5E24FCBDDDE2}" type="presParOf" srcId="{B25DCD8E-8A92-4DF5-AE30-FC648DB41CDE}" destId="{B229EEE1-611A-473E-93CB-E6F870C66EE7}" srcOrd="2" destOrd="0" presId="urn:microsoft.com/office/officeart/2018/2/layout/IconVerticalSolidList"/>
    <dgm:cxn modelId="{4EB2B5A3-D97E-4737-864F-363C3AEF2327}" type="presParOf" srcId="{B25DCD8E-8A92-4DF5-AE30-FC648DB41CDE}" destId="{2794041D-595D-4B1D-B4BF-78FFD69EF651}" srcOrd="3" destOrd="0" presId="urn:microsoft.com/office/officeart/2018/2/layout/IconVerticalSolidList"/>
    <dgm:cxn modelId="{54A81792-5637-4E6B-93D9-1CA176BA6637}" type="presParOf" srcId="{333F75B2-7531-42CB-A05C-DFC84158ABE2}" destId="{72DA21DE-34EB-42AC-85AD-AE2E23D37846}" srcOrd="1" destOrd="0" presId="urn:microsoft.com/office/officeart/2018/2/layout/IconVerticalSolidList"/>
    <dgm:cxn modelId="{AC6AA2E0-7189-4CBB-B00B-C7EC2EE32D8B}" type="presParOf" srcId="{333F75B2-7531-42CB-A05C-DFC84158ABE2}" destId="{DF93EC73-2C39-4178-9793-14CE3ECDD203}" srcOrd="2" destOrd="0" presId="urn:microsoft.com/office/officeart/2018/2/layout/IconVerticalSolidList"/>
    <dgm:cxn modelId="{6CEF2CD7-28EC-4A44-BBB9-00F70B55C4C0}" type="presParOf" srcId="{DF93EC73-2C39-4178-9793-14CE3ECDD203}" destId="{B13F75B5-0943-4A0C-ABDB-B40EB53E0FEC}" srcOrd="0" destOrd="0" presId="urn:microsoft.com/office/officeart/2018/2/layout/IconVerticalSolidList"/>
    <dgm:cxn modelId="{D6632752-C0F5-4F8C-8008-1F72BD37A63F}" type="presParOf" srcId="{DF93EC73-2C39-4178-9793-14CE3ECDD203}" destId="{41DAF879-A072-43DB-A909-6D5F883733A9}" srcOrd="1" destOrd="0" presId="urn:microsoft.com/office/officeart/2018/2/layout/IconVerticalSolidList"/>
    <dgm:cxn modelId="{65755754-3929-4515-BA0F-3493D6521D0C}" type="presParOf" srcId="{DF93EC73-2C39-4178-9793-14CE3ECDD203}" destId="{E847D36D-A48B-4E3E-BB3C-339934841AD2}" srcOrd="2" destOrd="0" presId="urn:microsoft.com/office/officeart/2018/2/layout/IconVerticalSolidList"/>
    <dgm:cxn modelId="{4721A0B1-2726-4E08-AA78-355F197E6ED9}" type="presParOf" srcId="{DF93EC73-2C39-4178-9793-14CE3ECDD203}" destId="{4F636E12-AE83-4B53-8069-7BDC78D1F2C0}" srcOrd="3" destOrd="0" presId="urn:microsoft.com/office/officeart/2018/2/layout/IconVerticalSolidList"/>
    <dgm:cxn modelId="{8F85A081-21D6-469F-98FE-9BA713BC7F46}" type="presParOf" srcId="{333F75B2-7531-42CB-A05C-DFC84158ABE2}" destId="{20C315DC-BAD8-4A45-A326-938BC6BF059F}" srcOrd="3" destOrd="0" presId="urn:microsoft.com/office/officeart/2018/2/layout/IconVerticalSolidList"/>
    <dgm:cxn modelId="{FA7B6DA7-9D09-4942-88A6-60991C6C111B}" type="presParOf" srcId="{333F75B2-7531-42CB-A05C-DFC84158ABE2}" destId="{4C5E9A8D-E885-4F5E-A701-2E61E970A80D}" srcOrd="4" destOrd="0" presId="urn:microsoft.com/office/officeart/2018/2/layout/IconVerticalSolidList"/>
    <dgm:cxn modelId="{8CD31E55-8F07-4074-90A7-999AE900C541}" type="presParOf" srcId="{4C5E9A8D-E885-4F5E-A701-2E61E970A80D}" destId="{39CCA975-74DC-4CF8-92EC-80CC844E53C0}" srcOrd="0" destOrd="0" presId="urn:microsoft.com/office/officeart/2018/2/layout/IconVerticalSolidList"/>
    <dgm:cxn modelId="{7972B723-5DDF-4963-9CA3-31D73EF04930}" type="presParOf" srcId="{4C5E9A8D-E885-4F5E-A701-2E61E970A80D}" destId="{C0ADD871-AA85-4186-8200-3A5684CD2D78}" srcOrd="1" destOrd="0" presId="urn:microsoft.com/office/officeart/2018/2/layout/IconVerticalSolidList"/>
    <dgm:cxn modelId="{54DD2C5C-50E8-4B92-9A3C-A6B0D4EF940A}" type="presParOf" srcId="{4C5E9A8D-E885-4F5E-A701-2E61E970A80D}" destId="{9B37F912-6D92-4322-A7F2-9A7FB64D920F}" srcOrd="2" destOrd="0" presId="urn:microsoft.com/office/officeart/2018/2/layout/IconVerticalSolidList"/>
    <dgm:cxn modelId="{8ED9FB81-49E3-4616-91A2-6A29573CA636}" type="presParOf" srcId="{4C5E9A8D-E885-4F5E-A701-2E61E970A80D}" destId="{5892F632-7BEE-48F3-B954-9A51836276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5C65BCA-D366-4A1C-A547-08890BFDD428}" type="doc">
      <dgm:prSet loTypeId="urn:microsoft.com/office/officeart/2005/8/layout/vProcess5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773930-F3D2-438F-B8E4-AC3C29DB0325}">
      <dgm:prSet/>
      <dgm:spPr/>
      <dgm:t>
        <a:bodyPr/>
        <a:lstStyle/>
        <a:p>
          <a:r>
            <a:rPr lang="ru-RU" dirty="0"/>
            <a:t>Методология определяет шаги и этапность реализации проекта, а также правила (процедуры) реализации проекта</a:t>
          </a:r>
          <a:endParaRPr lang="en-US" dirty="0"/>
        </a:p>
      </dgm:t>
    </dgm:pt>
    <dgm:pt modelId="{78528F6B-48F7-469C-8FA4-1B83D6D5A688}" type="parTrans" cxnId="{1AD3DE19-3720-4986-8C28-91BF9AA639C5}">
      <dgm:prSet/>
      <dgm:spPr/>
      <dgm:t>
        <a:bodyPr/>
        <a:lstStyle/>
        <a:p>
          <a:endParaRPr lang="en-US"/>
        </a:p>
      </dgm:t>
    </dgm:pt>
    <dgm:pt modelId="{D56DC4E9-C058-456E-BE88-6DBBFF7369D8}" type="sibTrans" cxnId="{1AD3DE19-3720-4986-8C28-91BF9AA639C5}">
      <dgm:prSet/>
      <dgm:spPr/>
      <dgm:t>
        <a:bodyPr/>
        <a:lstStyle/>
        <a:p>
          <a:endParaRPr lang="en-US"/>
        </a:p>
      </dgm:t>
    </dgm:pt>
    <dgm:pt modelId="{7B3A19E9-DEC3-435B-85DB-873E24F39DBD}">
      <dgm:prSet/>
      <dgm:spPr/>
      <dgm:t>
        <a:bodyPr/>
        <a:lstStyle/>
        <a:p>
          <a:r>
            <a:rPr lang="ru-RU"/>
            <a:t>Метод – это процедура или техника генерации компонентов ИС (например, проектирования потоков данных или структур данных)</a:t>
          </a:r>
          <a:endParaRPr lang="en-US"/>
        </a:p>
      </dgm:t>
    </dgm:pt>
    <dgm:pt modelId="{6DF62156-8823-44DC-A9D9-AC118A92BB52}" type="parTrans" cxnId="{772E5020-45B8-4CB6-8703-8F8331DEB51F}">
      <dgm:prSet/>
      <dgm:spPr/>
      <dgm:t>
        <a:bodyPr/>
        <a:lstStyle/>
        <a:p>
          <a:endParaRPr lang="en-US"/>
        </a:p>
      </dgm:t>
    </dgm:pt>
    <dgm:pt modelId="{A238BAB6-4481-4A40-89E2-5EDDDFD3A32C}" type="sibTrans" cxnId="{772E5020-45B8-4CB6-8703-8F8331DEB51F}">
      <dgm:prSet/>
      <dgm:spPr/>
      <dgm:t>
        <a:bodyPr/>
        <a:lstStyle/>
        <a:p>
          <a:endParaRPr lang="en-US"/>
        </a:p>
      </dgm:t>
    </dgm:pt>
    <dgm:pt modelId="{45A69262-8E39-487E-BA63-056F60AA88A5}">
      <dgm:prSet/>
      <dgm:spPr/>
      <dgm:t>
        <a:bodyPr/>
        <a:lstStyle/>
        <a:p>
          <a:r>
            <a:rPr lang="ru-RU" dirty="0"/>
            <a:t>Нотация – правила отображения статической и динамической структуры системы с помощью специальных графических символов диаграмм, </a:t>
          </a:r>
          <a:br>
            <a:rPr lang="ru-RU" dirty="0"/>
          </a:br>
          <a:r>
            <a:rPr lang="ru-RU" dirty="0"/>
            <a:t>а также описание системы на формальных и естественных языках</a:t>
          </a:r>
          <a:endParaRPr lang="en-US" dirty="0"/>
        </a:p>
      </dgm:t>
    </dgm:pt>
    <dgm:pt modelId="{22CD9CD1-075D-4A04-BA74-D1A7DE1455C5}" type="parTrans" cxnId="{84CDA912-AD01-413B-BFD5-43DB29D41E96}">
      <dgm:prSet/>
      <dgm:spPr/>
      <dgm:t>
        <a:bodyPr/>
        <a:lstStyle/>
        <a:p>
          <a:endParaRPr lang="en-US"/>
        </a:p>
      </dgm:t>
    </dgm:pt>
    <dgm:pt modelId="{4C1EEAB4-AE8B-4F86-9EF3-7B93DED9ABD2}" type="sibTrans" cxnId="{84CDA912-AD01-413B-BFD5-43DB29D41E96}">
      <dgm:prSet/>
      <dgm:spPr/>
      <dgm:t>
        <a:bodyPr/>
        <a:lstStyle/>
        <a:p>
          <a:endParaRPr lang="en-US"/>
        </a:p>
      </dgm:t>
    </dgm:pt>
    <dgm:pt modelId="{61670F13-214A-48B3-90F9-70367F51D5F2}">
      <dgm:prSet/>
      <dgm:spPr/>
      <dgm:t>
        <a:bodyPr/>
        <a:lstStyle/>
        <a:p>
          <a:r>
            <a:rPr lang="ru-RU"/>
            <a:t>Инструментальные средства – специальные программы, которые поддерживают одну или несколько методологий проектирования</a:t>
          </a:r>
          <a:endParaRPr lang="en-US"/>
        </a:p>
      </dgm:t>
    </dgm:pt>
    <dgm:pt modelId="{B01A1F2C-6558-4B87-B240-C33FFC1485A5}" type="parTrans" cxnId="{25225FAA-FF44-4D78-A347-069D4F3908BC}">
      <dgm:prSet/>
      <dgm:spPr/>
      <dgm:t>
        <a:bodyPr/>
        <a:lstStyle/>
        <a:p>
          <a:endParaRPr lang="en-US"/>
        </a:p>
      </dgm:t>
    </dgm:pt>
    <dgm:pt modelId="{CA139585-A4F4-4FA9-AA15-2223C57D5180}" type="sibTrans" cxnId="{25225FAA-FF44-4D78-A347-069D4F3908BC}">
      <dgm:prSet/>
      <dgm:spPr/>
      <dgm:t>
        <a:bodyPr/>
        <a:lstStyle/>
        <a:p>
          <a:endParaRPr lang="en-US"/>
        </a:p>
      </dgm:t>
    </dgm:pt>
    <dgm:pt modelId="{E505951F-990B-42EA-9649-52FDBEDC67DE}" type="pres">
      <dgm:prSet presAssocID="{B5C65BCA-D366-4A1C-A547-08890BFDD428}" presName="outerComposite" presStyleCnt="0">
        <dgm:presLayoutVars>
          <dgm:chMax val="5"/>
          <dgm:dir/>
          <dgm:resizeHandles val="exact"/>
        </dgm:presLayoutVars>
      </dgm:prSet>
      <dgm:spPr/>
    </dgm:pt>
    <dgm:pt modelId="{76B0373D-F892-420A-A925-8F12D9343DC3}" type="pres">
      <dgm:prSet presAssocID="{B5C65BCA-D366-4A1C-A547-08890BFDD428}" presName="dummyMaxCanvas" presStyleCnt="0">
        <dgm:presLayoutVars/>
      </dgm:prSet>
      <dgm:spPr/>
    </dgm:pt>
    <dgm:pt modelId="{9B6D6963-655B-4084-86D8-69E757A54C4F}" type="pres">
      <dgm:prSet presAssocID="{B5C65BCA-D366-4A1C-A547-08890BFDD428}" presName="FourNodes_1" presStyleLbl="node1" presStyleIdx="0" presStyleCnt="4">
        <dgm:presLayoutVars>
          <dgm:bulletEnabled val="1"/>
        </dgm:presLayoutVars>
      </dgm:prSet>
      <dgm:spPr/>
    </dgm:pt>
    <dgm:pt modelId="{4C9CF5D4-56E8-496B-BFDE-CEB3201919E2}" type="pres">
      <dgm:prSet presAssocID="{B5C65BCA-D366-4A1C-A547-08890BFDD428}" presName="FourNodes_2" presStyleLbl="node1" presStyleIdx="1" presStyleCnt="4">
        <dgm:presLayoutVars>
          <dgm:bulletEnabled val="1"/>
        </dgm:presLayoutVars>
      </dgm:prSet>
      <dgm:spPr/>
    </dgm:pt>
    <dgm:pt modelId="{EC1354B2-B021-4228-ADB3-2CB9ECA724AB}" type="pres">
      <dgm:prSet presAssocID="{B5C65BCA-D366-4A1C-A547-08890BFDD428}" presName="FourNodes_3" presStyleLbl="node1" presStyleIdx="2" presStyleCnt="4">
        <dgm:presLayoutVars>
          <dgm:bulletEnabled val="1"/>
        </dgm:presLayoutVars>
      </dgm:prSet>
      <dgm:spPr/>
    </dgm:pt>
    <dgm:pt modelId="{7AEF9D96-1B45-40DF-B588-9CCC5A560F01}" type="pres">
      <dgm:prSet presAssocID="{B5C65BCA-D366-4A1C-A547-08890BFDD428}" presName="FourNodes_4" presStyleLbl="node1" presStyleIdx="3" presStyleCnt="4">
        <dgm:presLayoutVars>
          <dgm:bulletEnabled val="1"/>
        </dgm:presLayoutVars>
      </dgm:prSet>
      <dgm:spPr/>
    </dgm:pt>
    <dgm:pt modelId="{732A47A7-CB68-4D4F-A15D-5B141097A340}" type="pres">
      <dgm:prSet presAssocID="{B5C65BCA-D366-4A1C-A547-08890BFDD428}" presName="FourConn_1-2" presStyleLbl="fgAccFollowNode1" presStyleIdx="0" presStyleCnt="3">
        <dgm:presLayoutVars>
          <dgm:bulletEnabled val="1"/>
        </dgm:presLayoutVars>
      </dgm:prSet>
      <dgm:spPr/>
    </dgm:pt>
    <dgm:pt modelId="{3490154F-A218-4B7B-BB43-1F28EE839DF0}" type="pres">
      <dgm:prSet presAssocID="{B5C65BCA-D366-4A1C-A547-08890BFDD428}" presName="FourConn_2-3" presStyleLbl="fgAccFollowNode1" presStyleIdx="1" presStyleCnt="3">
        <dgm:presLayoutVars>
          <dgm:bulletEnabled val="1"/>
        </dgm:presLayoutVars>
      </dgm:prSet>
      <dgm:spPr/>
    </dgm:pt>
    <dgm:pt modelId="{62D30D05-BE1A-4237-8E30-18F83C1377A2}" type="pres">
      <dgm:prSet presAssocID="{B5C65BCA-D366-4A1C-A547-08890BFDD428}" presName="FourConn_3-4" presStyleLbl="fgAccFollowNode1" presStyleIdx="2" presStyleCnt="3">
        <dgm:presLayoutVars>
          <dgm:bulletEnabled val="1"/>
        </dgm:presLayoutVars>
      </dgm:prSet>
      <dgm:spPr/>
    </dgm:pt>
    <dgm:pt modelId="{5016C985-9824-4FDC-9AEF-DC681D96AAB4}" type="pres">
      <dgm:prSet presAssocID="{B5C65BCA-D366-4A1C-A547-08890BFDD428}" presName="FourNodes_1_text" presStyleLbl="node1" presStyleIdx="3" presStyleCnt="4">
        <dgm:presLayoutVars>
          <dgm:bulletEnabled val="1"/>
        </dgm:presLayoutVars>
      </dgm:prSet>
      <dgm:spPr/>
    </dgm:pt>
    <dgm:pt modelId="{4A8FD2F0-C92A-4C6A-913D-EB676B92E908}" type="pres">
      <dgm:prSet presAssocID="{B5C65BCA-D366-4A1C-A547-08890BFDD428}" presName="FourNodes_2_text" presStyleLbl="node1" presStyleIdx="3" presStyleCnt="4">
        <dgm:presLayoutVars>
          <dgm:bulletEnabled val="1"/>
        </dgm:presLayoutVars>
      </dgm:prSet>
      <dgm:spPr/>
    </dgm:pt>
    <dgm:pt modelId="{74F237E4-B32D-45CB-97D5-7759E5E8B654}" type="pres">
      <dgm:prSet presAssocID="{B5C65BCA-D366-4A1C-A547-08890BFDD428}" presName="FourNodes_3_text" presStyleLbl="node1" presStyleIdx="3" presStyleCnt="4">
        <dgm:presLayoutVars>
          <dgm:bulletEnabled val="1"/>
        </dgm:presLayoutVars>
      </dgm:prSet>
      <dgm:spPr/>
    </dgm:pt>
    <dgm:pt modelId="{72194476-C27B-42D6-9790-2B299644DCF2}" type="pres">
      <dgm:prSet presAssocID="{B5C65BCA-D366-4A1C-A547-08890BFDD42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DA8E311-8BDC-4B7E-B68F-6372B43D3DF4}" type="presOf" srcId="{4C1EEAB4-AE8B-4F86-9EF3-7B93DED9ABD2}" destId="{62D30D05-BE1A-4237-8E30-18F83C1377A2}" srcOrd="0" destOrd="0" presId="urn:microsoft.com/office/officeart/2005/8/layout/vProcess5"/>
    <dgm:cxn modelId="{84CDA912-AD01-413B-BFD5-43DB29D41E96}" srcId="{B5C65BCA-D366-4A1C-A547-08890BFDD428}" destId="{45A69262-8E39-487E-BA63-056F60AA88A5}" srcOrd="2" destOrd="0" parTransId="{22CD9CD1-075D-4A04-BA74-D1A7DE1455C5}" sibTransId="{4C1EEAB4-AE8B-4F86-9EF3-7B93DED9ABD2}"/>
    <dgm:cxn modelId="{98C67419-79FE-4BF6-BEA9-C3570C2F78FA}" type="presOf" srcId="{A238BAB6-4481-4A40-89E2-5EDDDFD3A32C}" destId="{3490154F-A218-4B7B-BB43-1F28EE839DF0}" srcOrd="0" destOrd="0" presId="urn:microsoft.com/office/officeart/2005/8/layout/vProcess5"/>
    <dgm:cxn modelId="{1AD3DE19-3720-4986-8C28-91BF9AA639C5}" srcId="{B5C65BCA-D366-4A1C-A547-08890BFDD428}" destId="{F5773930-F3D2-438F-B8E4-AC3C29DB0325}" srcOrd="0" destOrd="0" parTransId="{78528F6B-48F7-469C-8FA4-1B83D6D5A688}" sibTransId="{D56DC4E9-C058-456E-BE88-6DBBFF7369D8}"/>
    <dgm:cxn modelId="{772E5020-45B8-4CB6-8703-8F8331DEB51F}" srcId="{B5C65BCA-D366-4A1C-A547-08890BFDD428}" destId="{7B3A19E9-DEC3-435B-85DB-873E24F39DBD}" srcOrd="1" destOrd="0" parTransId="{6DF62156-8823-44DC-A9D9-AC118A92BB52}" sibTransId="{A238BAB6-4481-4A40-89E2-5EDDDFD3A32C}"/>
    <dgm:cxn modelId="{90D02A61-F6DF-4279-BE0B-E2B3FFAE5DEE}" type="presOf" srcId="{7B3A19E9-DEC3-435B-85DB-873E24F39DBD}" destId="{4C9CF5D4-56E8-496B-BFDE-CEB3201919E2}" srcOrd="0" destOrd="0" presId="urn:microsoft.com/office/officeart/2005/8/layout/vProcess5"/>
    <dgm:cxn modelId="{B785F345-2142-4797-976D-129D19C05D50}" type="presOf" srcId="{F5773930-F3D2-438F-B8E4-AC3C29DB0325}" destId="{9B6D6963-655B-4084-86D8-69E757A54C4F}" srcOrd="0" destOrd="0" presId="urn:microsoft.com/office/officeart/2005/8/layout/vProcess5"/>
    <dgm:cxn modelId="{D0987F79-8BE8-4C6F-B6EC-ABFCA7059FAB}" type="presOf" srcId="{61670F13-214A-48B3-90F9-70367F51D5F2}" destId="{7AEF9D96-1B45-40DF-B588-9CCC5A560F01}" srcOrd="0" destOrd="0" presId="urn:microsoft.com/office/officeart/2005/8/layout/vProcess5"/>
    <dgm:cxn modelId="{52528A9F-5A91-45BD-BEAD-3BFDAA1677B0}" type="presOf" srcId="{61670F13-214A-48B3-90F9-70367F51D5F2}" destId="{72194476-C27B-42D6-9790-2B299644DCF2}" srcOrd="1" destOrd="0" presId="urn:microsoft.com/office/officeart/2005/8/layout/vProcess5"/>
    <dgm:cxn modelId="{25225FAA-FF44-4D78-A347-069D4F3908BC}" srcId="{B5C65BCA-D366-4A1C-A547-08890BFDD428}" destId="{61670F13-214A-48B3-90F9-70367F51D5F2}" srcOrd="3" destOrd="0" parTransId="{B01A1F2C-6558-4B87-B240-C33FFC1485A5}" sibTransId="{CA139585-A4F4-4FA9-AA15-2223C57D5180}"/>
    <dgm:cxn modelId="{6CEADAAE-55B2-48BF-908C-753301B08FD2}" type="presOf" srcId="{7B3A19E9-DEC3-435B-85DB-873E24F39DBD}" destId="{4A8FD2F0-C92A-4C6A-913D-EB676B92E908}" srcOrd="1" destOrd="0" presId="urn:microsoft.com/office/officeart/2005/8/layout/vProcess5"/>
    <dgm:cxn modelId="{DFE63CC5-2AD3-4A68-A1D1-7FA486F4A0FE}" type="presOf" srcId="{45A69262-8E39-487E-BA63-056F60AA88A5}" destId="{74F237E4-B32D-45CB-97D5-7759E5E8B654}" srcOrd="1" destOrd="0" presId="urn:microsoft.com/office/officeart/2005/8/layout/vProcess5"/>
    <dgm:cxn modelId="{4CAB60D9-B65F-4103-99B3-49D2D1444284}" type="presOf" srcId="{F5773930-F3D2-438F-B8E4-AC3C29DB0325}" destId="{5016C985-9824-4FDC-9AEF-DC681D96AAB4}" srcOrd="1" destOrd="0" presId="urn:microsoft.com/office/officeart/2005/8/layout/vProcess5"/>
    <dgm:cxn modelId="{590CB1DE-F370-4D1A-90A6-6E7708F11C91}" type="presOf" srcId="{B5C65BCA-D366-4A1C-A547-08890BFDD428}" destId="{E505951F-990B-42EA-9649-52FDBEDC67DE}" srcOrd="0" destOrd="0" presId="urn:microsoft.com/office/officeart/2005/8/layout/vProcess5"/>
    <dgm:cxn modelId="{03EB4AE8-E4E9-481A-A4FE-FF55373F7861}" type="presOf" srcId="{45A69262-8E39-487E-BA63-056F60AA88A5}" destId="{EC1354B2-B021-4228-ADB3-2CB9ECA724AB}" srcOrd="0" destOrd="0" presId="urn:microsoft.com/office/officeart/2005/8/layout/vProcess5"/>
    <dgm:cxn modelId="{005052EA-1408-46A8-9685-8D3BD4C6ACE7}" type="presOf" srcId="{D56DC4E9-C058-456E-BE88-6DBBFF7369D8}" destId="{732A47A7-CB68-4D4F-A15D-5B141097A340}" srcOrd="0" destOrd="0" presId="urn:microsoft.com/office/officeart/2005/8/layout/vProcess5"/>
    <dgm:cxn modelId="{9DACDE0F-9625-413B-8047-3AA36B5789D5}" type="presParOf" srcId="{E505951F-990B-42EA-9649-52FDBEDC67DE}" destId="{76B0373D-F892-420A-A925-8F12D9343DC3}" srcOrd="0" destOrd="0" presId="urn:microsoft.com/office/officeart/2005/8/layout/vProcess5"/>
    <dgm:cxn modelId="{050E8AAD-D011-467F-BC7E-9E1B2FA2C67A}" type="presParOf" srcId="{E505951F-990B-42EA-9649-52FDBEDC67DE}" destId="{9B6D6963-655B-4084-86D8-69E757A54C4F}" srcOrd="1" destOrd="0" presId="urn:microsoft.com/office/officeart/2005/8/layout/vProcess5"/>
    <dgm:cxn modelId="{4263C80C-E7A5-42D2-9242-78703465B7F6}" type="presParOf" srcId="{E505951F-990B-42EA-9649-52FDBEDC67DE}" destId="{4C9CF5D4-56E8-496B-BFDE-CEB3201919E2}" srcOrd="2" destOrd="0" presId="urn:microsoft.com/office/officeart/2005/8/layout/vProcess5"/>
    <dgm:cxn modelId="{FA182230-8F99-40B1-885A-587FD01C0A34}" type="presParOf" srcId="{E505951F-990B-42EA-9649-52FDBEDC67DE}" destId="{EC1354B2-B021-4228-ADB3-2CB9ECA724AB}" srcOrd="3" destOrd="0" presId="urn:microsoft.com/office/officeart/2005/8/layout/vProcess5"/>
    <dgm:cxn modelId="{6437A1E8-197F-4A57-BEEC-C22017133A79}" type="presParOf" srcId="{E505951F-990B-42EA-9649-52FDBEDC67DE}" destId="{7AEF9D96-1B45-40DF-B588-9CCC5A560F01}" srcOrd="4" destOrd="0" presId="urn:microsoft.com/office/officeart/2005/8/layout/vProcess5"/>
    <dgm:cxn modelId="{02CC0C07-86A9-4603-89FF-D80D7749ABE2}" type="presParOf" srcId="{E505951F-990B-42EA-9649-52FDBEDC67DE}" destId="{732A47A7-CB68-4D4F-A15D-5B141097A340}" srcOrd="5" destOrd="0" presId="urn:microsoft.com/office/officeart/2005/8/layout/vProcess5"/>
    <dgm:cxn modelId="{93DDF692-AAE1-45A4-9DA4-6647461CEA78}" type="presParOf" srcId="{E505951F-990B-42EA-9649-52FDBEDC67DE}" destId="{3490154F-A218-4B7B-BB43-1F28EE839DF0}" srcOrd="6" destOrd="0" presId="urn:microsoft.com/office/officeart/2005/8/layout/vProcess5"/>
    <dgm:cxn modelId="{5F4AD075-E419-4618-9BC8-E742CCA1A06A}" type="presParOf" srcId="{E505951F-990B-42EA-9649-52FDBEDC67DE}" destId="{62D30D05-BE1A-4237-8E30-18F83C1377A2}" srcOrd="7" destOrd="0" presId="urn:microsoft.com/office/officeart/2005/8/layout/vProcess5"/>
    <dgm:cxn modelId="{9A0A1CBE-7262-4B8F-85DD-4AF4480B0DE7}" type="presParOf" srcId="{E505951F-990B-42EA-9649-52FDBEDC67DE}" destId="{5016C985-9824-4FDC-9AEF-DC681D96AAB4}" srcOrd="8" destOrd="0" presId="urn:microsoft.com/office/officeart/2005/8/layout/vProcess5"/>
    <dgm:cxn modelId="{A1746548-056C-4B99-ACA3-AE378E85CEA4}" type="presParOf" srcId="{E505951F-990B-42EA-9649-52FDBEDC67DE}" destId="{4A8FD2F0-C92A-4C6A-913D-EB676B92E908}" srcOrd="9" destOrd="0" presId="urn:microsoft.com/office/officeart/2005/8/layout/vProcess5"/>
    <dgm:cxn modelId="{94353DF4-76DD-4E32-BC49-345DF0DE60A5}" type="presParOf" srcId="{E505951F-990B-42EA-9649-52FDBEDC67DE}" destId="{74F237E4-B32D-45CB-97D5-7759E5E8B654}" srcOrd="10" destOrd="0" presId="urn:microsoft.com/office/officeart/2005/8/layout/vProcess5"/>
    <dgm:cxn modelId="{3522ADA5-C5FD-4CE5-8EB5-56FC92421CC3}" type="presParOf" srcId="{E505951F-990B-42EA-9649-52FDBEDC67DE}" destId="{72194476-C27B-42D6-9790-2B299644DCF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CF0A1B6-1A64-4DBE-9855-9295595EEFC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127035B-D83C-426C-B3B5-0F606A18E598}">
      <dgm:prSet/>
      <dgm:spPr/>
      <dgm:t>
        <a:bodyPr/>
        <a:lstStyle/>
        <a:p>
          <a:r>
            <a:rPr lang="ru-RU" dirty="0"/>
            <a:t>Исходными принципами программной инженерии, лежащими в основе современных технологий разработки, являются итеративность, модульная архитектура системы и визуальное моделирование </a:t>
          </a:r>
          <a:endParaRPr lang="en-US" dirty="0"/>
        </a:p>
      </dgm:t>
    </dgm:pt>
    <dgm:pt modelId="{A1251D4B-544B-426D-8F43-0DD11DEF0A44}" type="parTrans" cxnId="{40F06188-4343-4D5E-BDFE-234FB8FE81C7}">
      <dgm:prSet/>
      <dgm:spPr/>
      <dgm:t>
        <a:bodyPr/>
        <a:lstStyle/>
        <a:p>
          <a:endParaRPr lang="en-US"/>
        </a:p>
      </dgm:t>
    </dgm:pt>
    <dgm:pt modelId="{85B0BDF0-CBD8-4001-8922-C79D8CEA240A}" type="sibTrans" cxnId="{40F06188-4343-4D5E-BDFE-234FB8FE81C7}">
      <dgm:prSet/>
      <dgm:spPr/>
      <dgm:t>
        <a:bodyPr/>
        <a:lstStyle/>
        <a:p>
          <a:endParaRPr lang="en-US"/>
        </a:p>
      </dgm:t>
    </dgm:pt>
    <dgm:pt modelId="{DBB9E371-38F6-4430-A5F1-B2EE0D9DD35B}">
      <dgm:prSet/>
      <dgm:spPr/>
      <dgm:t>
        <a:bodyPr/>
        <a:lstStyle/>
        <a:p>
          <a:r>
            <a:rPr lang="ru-RU" dirty="0"/>
            <a:t>В соответствии с принципами программной инженерии один из основных этапов проектирования программного обеспечения - визуальное моделирование систем </a:t>
          </a:r>
          <a:endParaRPr lang="en-US" dirty="0"/>
        </a:p>
      </dgm:t>
    </dgm:pt>
    <dgm:pt modelId="{0FEAFA6E-0711-4492-B788-32FDBA912DC5}" type="parTrans" cxnId="{A94D4EA6-4BCE-42E2-9DA2-9716F1B26B9F}">
      <dgm:prSet/>
      <dgm:spPr/>
      <dgm:t>
        <a:bodyPr/>
        <a:lstStyle/>
        <a:p>
          <a:endParaRPr lang="en-US"/>
        </a:p>
      </dgm:t>
    </dgm:pt>
    <dgm:pt modelId="{D2D1A984-6643-41DA-972F-75C990BB7A95}" type="sibTrans" cxnId="{A94D4EA6-4BCE-42E2-9DA2-9716F1B26B9F}">
      <dgm:prSet/>
      <dgm:spPr/>
      <dgm:t>
        <a:bodyPr/>
        <a:lstStyle/>
        <a:p>
          <a:endParaRPr lang="en-US"/>
        </a:p>
      </dgm:t>
    </dgm:pt>
    <dgm:pt modelId="{C95A0FC2-B3EE-4C08-81F3-C27658DEDD1A}">
      <dgm:prSet/>
      <dgm:spPr/>
      <dgm:t>
        <a:bodyPr/>
        <a:lstStyle/>
        <a:p>
          <a:r>
            <a:rPr lang="ru-RU" dirty="0"/>
            <a:t>Модель программной системы - это формальное описание системы, в котором выделены основные объекты, составляющие систему, и отношения между этими объектами. В описаниях представляется замысел, или смысл системы. Модель всегда представляет собой некоторый уровень абстракции, охватывая лишь существенные черты </a:t>
          </a:r>
          <a:endParaRPr lang="en-US" dirty="0"/>
        </a:p>
      </dgm:t>
    </dgm:pt>
    <dgm:pt modelId="{8A27668B-EE1E-405D-B514-C0B0F2D351C1}" type="parTrans" cxnId="{26EA92B1-CDFE-40BC-B36F-C13017552F36}">
      <dgm:prSet/>
      <dgm:spPr/>
      <dgm:t>
        <a:bodyPr/>
        <a:lstStyle/>
        <a:p>
          <a:endParaRPr lang="en-US"/>
        </a:p>
      </dgm:t>
    </dgm:pt>
    <dgm:pt modelId="{4D6F8017-D75E-43B6-98E8-31BB9E340573}" type="sibTrans" cxnId="{26EA92B1-CDFE-40BC-B36F-C13017552F36}">
      <dgm:prSet/>
      <dgm:spPr/>
      <dgm:t>
        <a:bodyPr/>
        <a:lstStyle/>
        <a:p>
          <a:endParaRPr lang="en-US"/>
        </a:p>
      </dgm:t>
    </dgm:pt>
    <dgm:pt modelId="{B4676C49-5EF2-4C70-A077-679F9DA186A1}">
      <dgm:prSet/>
      <dgm:spPr/>
      <dgm:t>
        <a:bodyPr/>
        <a:lstStyle/>
        <a:p>
          <a:r>
            <a:rPr lang="ru-RU" dirty="0"/>
            <a:t>Графические языки моделирования уже продолжительное время широко используются в программной индустрии. Основная причина их появления состоит в том, что языки программирования не обеспечивают нужный уровень абстракции, способный облегчить процесс проектирования систем.</a:t>
          </a:r>
          <a:endParaRPr lang="en-US" dirty="0"/>
        </a:p>
      </dgm:t>
    </dgm:pt>
    <dgm:pt modelId="{D5BD873B-CBEA-410F-9867-09597589A1CC}" type="parTrans" cxnId="{CCAE318B-392E-4141-8554-B80452761768}">
      <dgm:prSet/>
      <dgm:spPr/>
      <dgm:t>
        <a:bodyPr/>
        <a:lstStyle/>
        <a:p>
          <a:endParaRPr lang="en-US"/>
        </a:p>
      </dgm:t>
    </dgm:pt>
    <dgm:pt modelId="{7A46476E-3CCF-4738-B2CB-06D5C02E1E40}" type="sibTrans" cxnId="{CCAE318B-392E-4141-8554-B80452761768}">
      <dgm:prSet/>
      <dgm:spPr/>
      <dgm:t>
        <a:bodyPr/>
        <a:lstStyle/>
        <a:p>
          <a:endParaRPr lang="en-US"/>
        </a:p>
      </dgm:t>
    </dgm:pt>
    <dgm:pt modelId="{B24AA899-D240-46AE-A17F-4462BFFED292}" type="pres">
      <dgm:prSet presAssocID="{5CF0A1B6-1A64-4DBE-9855-9295595EEFCC}" presName="root" presStyleCnt="0">
        <dgm:presLayoutVars>
          <dgm:dir/>
          <dgm:resizeHandles val="exact"/>
        </dgm:presLayoutVars>
      </dgm:prSet>
      <dgm:spPr/>
    </dgm:pt>
    <dgm:pt modelId="{370E5A90-3D87-4D30-B2AE-A0C6D5006136}" type="pres">
      <dgm:prSet presAssocID="{E127035B-D83C-426C-B3B5-0F606A18E598}" presName="compNode" presStyleCnt="0"/>
      <dgm:spPr/>
    </dgm:pt>
    <dgm:pt modelId="{D90184F5-3DCD-4A20-8789-38B7F6AF395F}" type="pres">
      <dgm:prSet presAssocID="{E127035B-D83C-426C-B3B5-0F606A18E598}" presName="bgRect" presStyleLbl="bgShp" presStyleIdx="0" presStyleCnt="4"/>
      <dgm:spPr/>
    </dgm:pt>
    <dgm:pt modelId="{2809B7A5-6EBC-4205-BAD0-9A93D04507BF}" type="pres">
      <dgm:prSet presAssocID="{E127035B-D83C-426C-B3B5-0F606A18E5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Шестеренки"/>
        </a:ext>
      </dgm:extLst>
    </dgm:pt>
    <dgm:pt modelId="{A4D20464-3CB3-40C0-B3DF-320EEBFD7178}" type="pres">
      <dgm:prSet presAssocID="{E127035B-D83C-426C-B3B5-0F606A18E598}" presName="spaceRect" presStyleCnt="0"/>
      <dgm:spPr/>
    </dgm:pt>
    <dgm:pt modelId="{601AAE53-5C7F-44E3-996C-1D3EECB91F02}" type="pres">
      <dgm:prSet presAssocID="{E127035B-D83C-426C-B3B5-0F606A18E598}" presName="parTx" presStyleLbl="revTx" presStyleIdx="0" presStyleCnt="4">
        <dgm:presLayoutVars>
          <dgm:chMax val="0"/>
          <dgm:chPref val="0"/>
        </dgm:presLayoutVars>
      </dgm:prSet>
      <dgm:spPr/>
    </dgm:pt>
    <dgm:pt modelId="{9AF02411-155A-4B48-B3E2-F1E9E978DB1D}" type="pres">
      <dgm:prSet presAssocID="{85B0BDF0-CBD8-4001-8922-C79D8CEA240A}" presName="sibTrans" presStyleCnt="0"/>
      <dgm:spPr/>
    </dgm:pt>
    <dgm:pt modelId="{28086F01-D93F-46E4-A348-402B183F39C8}" type="pres">
      <dgm:prSet presAssocID="{DBB9E371-38F6-4430-A5F1-B2EE0D9DD35B}" presName="compNode" presStyleCnt="0"/>
      <dgm:spPr/>
    </dgm:pt>
    <dgm:pt modelId="{E25792B8-A907-4702-AEBC-83D046293013}" type="pres">
      <dgm:prSet presAssocID="{DBB9E371-38F6-4430-A5F1-B2EE0D9DD35B}" presName="bgRect" presStyleLbl="bgShp" presStyleIdx="1" presStyleCnt="4" custLinFactNeighborY="-2820"/>
      <dgm:spPr/>
    </dgm:pt>
    <dgm:pt modelId="{CAF824D7-66BB-4AA5-B577-5543F2719B10}" type="pres">
      <dgm:prSet presAssocID="{DBB9E371-38F6-4430-A5F1-B2EE0D9DD35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мпьютер"/>
        </a:ext>
      </dgm:extLst>
    </dgm:pt>
    <dgm:pt modelId="{446CF16E-C340-40D6-9E04-E6430414512C}" type="pres">
      <dgm:prSet presAssocID="{DBB9E371-38F6-4430-A5F1-B2EE0D9DD35B}" presName="spaceRect" presStyleCnt="0"/>
      <dgm:spPr/>
    </dgm:pt>
    <dgm:pt modelId="{B85DF1AD-3155-42E7-9FEF-EEF943D20EEF}" type="pres">
      <dgm:prSet presAssocID="{DBB9E371-38F6-4430-A5F1-B2EE0D9DD35B}" presName="parTx" presStyleLbl="revTx" presStyleIdx="1" presStyleCnt="4">
        <dgm:presLayoutVars>
          <dgm:chMax val="0"/>
          <dgm:chPref val="0"/>
        </dgm:presLayoutVars>
      </dgm:prSet>
      <dgm:spPr/>
    </dgm:pt>
    <dgm:pt modelId="{4F5ECF94-2AC2-4730-A711-2A77BF8970C6}" type="pres">
      <dgm:prSet presAssocID="{D2D1A984-6643-41DA-972F-75C990BB7A95}" presName="sibTrans" presStyleCnt="0"/>
      <dgm:spPr/>
    </dgm:pt>
    <dgm:pt modelId="{C71F9054-5725-4907-82CD-05E1133E257B}" type="pres">
      <dgm:prSet presAssocID="{C95A0FC2-B3EE-4C08-81F3-C27658DEDD1A}" presName="compNode" presStyleCnt="0"/>
      <dgm:spPr/>
    </dgm:pt>
    <dgm:pt modelId="{A8D95B2D-2EB4-4886-BB8E-A4EA6BCED44E}" type="pres">
      <dgm:prSet presAssocID="{C95A0FC2-B3EE-4C08-81F3-C27658DEDD1A}" presName="bgRect" presStyleLbl="bgShp" presStyleIdx="2" presStyleCnt="4"/>
      <dgm:spPr/>
    </dgm:pt>
    <dgm:pt modelId="{44F64BD3-EA6E-4805-BEFF-B1D5AAF8D0F9}" type="pres">
      <dgm:prSet presAssocID="{C95A0FC2-B3EE-4C08-81F3-C27658DEDD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Нет подключения"/>
        </a:ext>
      </dgm:extLst>
    </dgm:pt>
    <dgm:pt modelId="{A0310FB3-035D-4E63-80CC-0FF5A10F6025}" type="pres">
      <dgm:prSet presAssocID="{C95A0FC2-B3EE-4C08-81F3-C27658DEDD1A}" presName="spaceRect" presStyleCnt="0"/>
      <dgm:spPr/>
    </dgm:pt>
    <dgm:pt modelId="{0B50A1F4-686D-4B0D-80F1-87CC2363EB4E}" type="pres">
      <dgm:prSet presAssocID="{C95A0FC2-B3EE-4C08-81F3-C27658DEDD1A}" presName="parTx" presStyleLbl="revTx" presStyleIdx="2" presStyleCnt="4">
        <dgm:presLayoutVars>
          <dgm:chMax val="0"/>
          <dgm:chPref val="0"/>
        </dgm:presLayoutVars>
      </dgm:prSet>
      <dgm:spPr/>
    </dgm:pt>
    <dgm:pt modelId="{4F984F9A-AC47-40B4-A891-E10340421637}" type="pres">
      <dgm:prSet presAssocID="{4D6F8017-D75E-43B6-98E8-31BB9E340573}" presName="sibTrans" presStyleCnt="0"/>
      <dgm:spPr/>
    </dgm:pt>
    <dgm:pt modelId="{9FECABA2-62A3-42A3-86B1-FAE0F6D19D15}" type="pres">
      <dgm:prSet presAssocID="{B4676C49-5EF2-4C70-A077-679F9DA186A1}" presName="compNode" presStyleCnt="0"/>
      <dgm:spPr/>
    </dgm:pt>
    <dgm:pt modelId="{E300C1F0-AE2C-470F-B19C-855282FA0319}" type="pres">
      <dgm:prSet presAssocID="{B4676C49-5EF2-4C70-A077-679F9DA186A1}" presName="bgRect" presStyleLbl="bgShp" presStyleIdx="3" presStyleCnt="4"/>
      <dgm:spPr/>
    </dgm:pt>
    <dgm:pt modelId="{5C653242-54ED-4774-8406-6BFA4D9A97DE}" type="pres">
      <dgm:prSet presAssocID="{B4676C49-5EF2-4C70-A077-679F9DA186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BAB73752-812B-445D-9298-E470910C6FFB}" type="pres">
      <dgm:prSet presAssocID="{B4676C49-5EF2-4C70-A077-679F9DA186A1}" presName="spaceRect" presStyleCnt="0"/>
      <dgm:spPr/>
    </dgm:pt>
    <dgm:pt modelId="{1FE0511D-442D-4F40-B652-9ED0F1CF3493}" type="pres">
      <dgm:prSet presAssocID="{B4676C49-5EF2-4C70-A077-679F9DA186A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BED6809-73DB-4C9A-8B96-EE3452D56CCC}" type="presOf" srcId="{5CF0A1B6-1A64-4DBE-9855-9295595EEFCC}" destId="{B24AA899-D240-46AE-A17F-4462BFFED292}" srcOrd="0" destOrd="0" presId="urn:microsoft.com/office/officeart/2018/2/layout/IconVerticalSolidList"/>
    <dgm:cxn modelId="{D7DAE924-31D6-46DA-8BE5-72E1AADABE28}" type="presOf" srcId="{DBB9E371-38F6-4430-A5F1-B2EE0D9DD35B}" destId="{B85DF1AD-3155-42E7-9FEF-EEF943D20EEF}" srcOrd="0" destOrd="0" presId="urn:microsoft.com/office/officeart/2018/2/layout/IconVerticalSolidList"/>
    <dgm:cxn modelId="{35F9345D-1F40-4F9C-BBE8-90A06024FD05}" type="presOf" srcId="{B4676C49-5EF2-4C70-A077-679F9DA186A1}" destId="{1FE0511D-442D-4F40-B652-9ED0F1CF3493}" srcOrd="0" destOrd="0" presId="urn:microsoft.com/office/officeart/2018/2/layout/IconVerticalSolidList"/>
    <dgm:cxn modelId="{40F06188-4343-4D5E-BDFE-234FB8FE81C7}" srcId="{5CF0A1B6-1A64-4DBE-9855-9295595EEFCC}" destId="{E127035B-D83C-426C-B3B5-0F606A18E598}" srcOrd="0" destOrd="0" parTransId="{A1251D4B-544B-426D-8F43-0DD11DEF0A44}" sibTransId="{85B0BDF0-CBD8-4001-8922-C79D8CEA240A}"/>
    <dgm:cxn modelId="{CCAE318B-392E-4141-8554-B80452761768}" srcId="{5CF0A1B6-1A64-4DBE-9855-9295595EEFCC}" destId="{B4676C49-5EF2-4C70-A077-679F9DA186A1}" srcOrd="3" destOrd="0" parTransId="{D5BD873B-CBEA-410F-9867-09597589A1CC}" sibTransId="{7A46476E-3CCF-4738-B2CB-06D5C02E1E40}"/>
    <dgm:cxn modelId="{5609CF9B-E57E-4705-B7AD-58476C40AA63}" type="presOf" srcId="{C95A0FC2-B3EE-4C08-81F3-C27658DEDD1A}" destId="{0B50A1F4-686D-4B0D-80F1-87CC2363EB4E}" srcOrd="0" destOrd="0" presId="urn:microsoft.com/office/officeart/2018/2/layout/IconVerticalSolidList"/>
    <dgm:cxn modelId="{A94D4EA6-4BCE-42E2-9DA2-9716F1B26B9F}" srcId="{5CF0A1B6-1A64-4DBE-9855-9295595EEFCC}" destId="{DBB9E371-38F6-4430-A5F1-B2EE0D9DD35B}" srcOrd="1" destOrd="0" parTransId="{0FEAFA6E-0711-4492-B788-32FDBA912DC5}" sibTransId="{D2D1A984-6643-41DA-972F-75C990BB7A95}"/>
    <dgm:cxn modelId="{26EA92B1-CDFE-40BC-B36F-C13017552F36}" srcId="{5CF0A1B6-1A64-4DBE-9855-9295595EEFCC}" destId="{C95A0FC2-B3EE-4C08-81F3-C27658DEDD1A}" srcOrd="2" destOrd="0" parTransId="{8A27668B-EE1E-405D-B514-C0B0F2D351C1}" sibTransId="{4D6F8017-D75E-43B6-98E8-31BB9E340573}"/>
    <dgm:cxn modelId="{911E95DB-A45B-480F-B71D-625F4B241420}" type="presOf" srcId="{E127035B-D83C-426C-B3B5-0F606A18E598}" destId="{601AAE53-5C7F-44E3-996C-1D3EECB91F02}" srcOrd="0" destOrd="0" presId="urn:microsoft.com/office/officeart/2018/2/layout/IconVerticalSolidList"/>
    <dgm:cxn modelId="{82D1249A-BB8E-4288-9F43-F17EB1525C99}" type="presParOf" srcId="{B24AA899-D240-46AE-A17F-4462BFFED292}" destId="{370E5A90-3D87-4D30-B2AE-A0C6D5006136}" srcOrd="0" destOrd="0" presId="urn:microsoft.com/office/officeart/2018/2/layout/IconVerticalSolidList"/>
    <dgm:cxn modelId="{DB93EB0C-85C2-454B-AE2A-CE7A8D8917F9}" type="presParOf" srcId="{370E5A90-3D87-4D30-B2AE-A0C6D5006136}" destId="{D90184F5-3DCD-4A20-8789-38B7F6AF395F}" srcOrd="0" destOrd="0" presId="urn:microsoft.com/office/officeart/2018/2/layout/IconVerticalSolidList"/>
    <dgm:cxn modelId="{507D790D-F7FC-4661-A187-940B0C68A385}" type="presParOf" srcId="{370E5A90-3D87-4D30-B2AE-A0C6D5006136}" destId="{2809B7A5-6EBC-4205-BAD0-9A93D04507BF}" srcOrd="1" destOrd="0" presId="urn:microsoft.com/office/officeart/2018/2/layout/IconVerticalSolidList"/>
    <dgm:cxn modelId="{7CE4DB70-9CB9-4C06-8352-1F5AA6B9BC75}" type="presParOf" srcId="{370E5A90-3D87-4D30-B2AE-A0C6D5006136}" destId="{A4D20464-3CB3-40C0-B3DF-320EEBFD7178}" srcOrd="2" destOrd="0" presId="urn:microsoft.com/office/officeart/2018/2/layout/IconVerticalSolidList"/>
    <dgm:cxn modelId="{1EB52DD8-EB0D-46F6-BFD2-7DC896A887D5}" type="presParOf" srcId="{370E5A90-3D87-4D30-B2AE-A0C6D5006136}" destId="{601AAE53-5C7F-44E3-996C-1D3EECB91F02}" srcOrd="3" destOrd="0" presId="urn:microsoft.com/office/officeart/2018/2/layout/IconVerticalSolidList"/>
    <dgm:cxn modelId="{9C7F52EE-D4CB-45BF-8DBF-67E43333175C}" type="presParOf" srcId="{B24AA899-D240-46AE-A17F-4462BFFED292}" destId="{9AF02411-155A-4B48-B3E2-F1E9E978DB1D}" srcOrd="1" destOrd="0" presId="urn:microsoft.com/office/officeart/2018/2/layout/IconVerticalSolidList"/>
    <dgm:cxn modelId="{CBA7CBDE-AACB-4456-922D-322590A0047C}" type="presParOf" srcId="{B24AA899-D240-46AE-A17F-4462BFFED292}" destId="{28086F01-D93F-46E4-A348-402B183F39C8}" srcOrd="2" destOrd="0" presId="urn:microsoft.com/office/officeart/2018/2/layout/IconVerticalSolidList"/>
    <dgm:cxn modelId="{B91E2B83-D381-4326-8DA5-24437B944070}" type="presParOf" srcId="{28086F01-D93F-46E4-A348-402B183F39C8}" destId="{E25792B8-A907-4702-AEBC-83D046293013}" srcOrd="0" destOrd="0" presId="urn:microsoft.com/office/officeart/2018/2/layout/IconVerticalSolidList"/>
    <dgm:cxn modelId="{539578A6-5815-41C4-B95E-EA9AE9894D84}" type="presParOf" srcId="{28086F01-D93F-46E4-A348-402B183F39C8}" destId="{CAF824D7-66BB-4AA5-B577-5543F2719B10}" srcOrd="1" destOrd="0" presId="urn:microsoft.com/office/officeart/2018/2/layout/IconVerticalSolidList"/>
    <dgm:cxn modelId="{F4D04A7F-0847-432D-B765-9B25499941E6}" type="presParOf" srcId="{28086F01-D93F-46E4-A348-402B183F39C8}" destId="{446CF16E-C340-40D6-9E04-E6430414512C}" srcOrd="2" destOrd="0" presId="urn:microsoft.com/office/officeart/2018/2/layout/IconVerticalSolidList"/>
    <dgm:cxn modelId="{C955BE5F-3CD3-4331-9088-80CFFF597AF6}" type="presParOf" srcId="{28086F01-D93F-46E4-A348-402B183F39C8}" destId="{B85DF1AD-3155-42E7-9FEF-EEF943D20EEF}" srcOrd="3" destOrd="0" presId="urn:microsoft.com/office/officeart/2018/2/layout/IconVerticalSolidList"/>
    <dgm:cxn modelId="{D231AA6D-C459-4B33-B9E7-826D998A5BC2}" type="presParOf" srcId="{B24AA899-D240-46AE-A17F-4462BFFED292}" destId="{4F5ECF94-2AC2-4730-A711-2A77BF8970C6}" srcOrd="3" destOrd="0" presId="urn:microsoft.com/office/officeart/2018/2/layout/IconVerticalSolidList"/>
    <dgm:cxn modelId="{C5E00432-A26A-4E53-A98B-56D20CE3D1C0}" type="presParOf" srcId="{B24AA899-D240-46AE-A17F-4462BFFED292}" destId="{C71F9054-5725-4907-82CD-05E1133E257B}" srcOrd="4" destOrd="0" presId="urn:microsoft.com/office/officeart/2018/2/layout/IconVerticalSolidList"/>
    <dgm:cxn modelId="{C6933D7C-DE10-4F39-AE39-76213DFD3829}" type="presParOf" srcId="{C71F9054-5725-4907-82CD-05E1133E257B}" destId="{A8D95B2D-2EB4-4886-BB8E-A4EA6BCED44E}" srcOrd="0" destOrd="0" presId="urn:microsoft.com/office/officeart/2018/2/layout/IconVerticalSolidList"/>
    <dgm:cxn modelId="{A9356F94-AD70-4951-9EBC-076D4743352F}" type="presParOf" srcId="{C71F9054-5725-4907-82CD-05E1133E257B}" destId="{44F64BD3-EA6E-4805-BEFF-B1D5AAF8D0F9}" srcOrd="1" destOrd="0" presId="urn:microsoft.com/office/officeart/2018/2/layout/IconVerticalSolidList"/>
    <dgm:cxn modelId="{C1C30CC6-32B6-4CD5-8116-FB647894024D}" type="presParOf" srcId="{C71F9054-5725-4907-82CD-05E1133E257B}" destId="{A0310FB3-035D-4E63-80CC-0FF5A10F6025}" srcOrd="2" destOrd="0" presId="urn:microsoft.com/office/officeart/2018/2/layout/IconVerticalSolidList"/>
    <dgm:cxn modelId="{04724A35-8EDD-45D5-A185-24864C699DAB}" type="presParOf" srcId="{C71F9054-5725-4907-82CD-05E1133E257B}" destId="{0B50A1F4-686D-4B0D-80F1-87CC2363EB4E}" srcOrd="3" destOrd="0" presId="urn:microsoft.com/office/officeart/2018/2/layout/IconVerticalSolidList"/>
    <dgm:cxn modelId="{D1422FB9-01E5-443D-B818-68A8DF76A866}" type="presParOf" srcId="{B24AA899-D240-46AE-A17F-4462BFFED292}" destId="{4F984F9A-AC47-40B4-A891-E10340421637}" srcOrd="5" destOrd="0" presId="urn:microsoft.com/office/officeart/2018/2/layout/IconVerticalSolidList"/>
    <dgm:cxn modelId="{A81E647C-2B7D-4844-9F34-4476FEC5A2B2}" type="presParOf" srcId="{B24AA899-D240-46AE-A17F-4462BFFED292}" destId="{9FECABA2-62A3-42A3-86B1-FAE0F6D19D15}" srcOrd="6" destOrd="0" presId="urn:microsoft.com/office/officeart/2018/2/layout/IconVerticalSolidList"/>
    <dgm:cxn modelId="{392005DE-D356-43E1-BCBB-6AB581FCF312}" type="presParOf" srcId="{9FECABA2-62A3-42A3-86B1-FAE0F6D19D15}" destId="{E300C1F0-AE2C-470F-B19C-855282FA0319}" srcOrd="0" destOrd="0" presId="urn:microsoft.com/office/officeart/2018/2/layout/IconVerticalSolidList"/>
    <dgm:cxn modelId="{25FDEA18-3302-4FB5-96D6-454E290773A1}" type="presParOf" srcId="{9FECABA2-62A3-42A3-86B1-FAE0F6D19D15}" destId="{5C653242-54ED-4774-8406-6BFA4D9A97DE}" srcOrd="1" destOrd="0" presId="urn:microsoft.com/office/officeart/2018/2/layout/IconVerticalSolidList"/>
    <dgm:cxn modelId="{0573E57F-5F01-4BE9-8700-8A2CA1A2BF9F}" type="presParOf" srcId="{9FECABA2-62A3-42A3-86B1-FAE0F6D19D15}" destId="{BAB73752-812B-445D-9298-E470910C6FFB}" srcOrd="2" destOrd="0" presId="urn:microsoft.com/office/officeart/2018/2/layout/IconVerticalSolidList"/>
    <dgm:cxn modelId="{DFA6F6C3-6AA6-402B-A813-4E7CDCF00CEB}" type="presParOf" srcId="{9FECABA2-62A3-42A3-86B1-FAE0F6D19D15}" destId="{1FE0511D-442D-4F40-B652-9ED0F1CF34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CC9A015-7095-4EA2-8421-4602606A8D9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B7D401B-2E9A-41D3-A9F2-8717341DAF34}">
      <dgm:prSet/>
      <dgm:spPr/>
      <dgm:t>
        <a:bodyPr/>
        <a:lstStyle/>
        <a:p>
          <a:r>
            <a:rPr lang="ru-RU" dirty="0"/>
            <a:t>Жизненный цикл (ЖЦ, </a:t>
          </a:r>
          <a:r>
            <a:rPr lang="en-US" dirty="0"/>
            <a:t>SLCP</a:t>
          </a:r>
          <a:r>
            <a:rPr lang="ru-RU" dirty="0"/>
            <a:t>) программного обеспечения определяется как период времени, который начинается с момента принятия решения о необходимости создания ПО и заканчивается в момент его полного изъятия из эксплуатации. </a:t>
          </a:r>
          <a:endParaRPr lang="en-US" dirty="0"/>
        </a:p>
      </dgm:t>
    </dgm:pt>
    <dgm:pt modelId="{9ACD389C-A570-4541-8722-AAC08062732C}" type="parTrans" cxnId="{898F65C5-12BC-44AA-B274-A171462CBA29}">
      <dgm:prSet/>
      <dgm:spPr/>
      <dgm:t>
        <a:bodyPr/>
        <a:lstStyle/>
        <a:p>
          <a:endParaRPr lang="en-US"/>
        </a:p>
      </dgm:t>
    </dgm:pt>
    <dgm:pt modelId="{BD3CFD08-2CAB-4415-8F8E-BE97C4547E3E}" type="sibTrans" cxnId="{898F65C5-12BC-44AA-B274-A171462CBA29}">
      <dgm:prSet/>
      <dgm:spPr/>
      <dgm:t>
        <a:bodyPr/>
        <a:lstStyle/>
        <a:p>
          <a:endParaRPr lang="en-US"/>
        </a:p>
      </dgm:t>
    </dgm:pt>
    <dgm:pt modelId="{F6F8BC82-C567-4E42-9CC2-2DFED170E577}">
      <dgm:prSet/>
      <dgm:spPr/>
      <dgm:t>
        <a:bodyPr/>
        <a:lstStyle/>
        <a:p>
          <a:r>
            <a:rPr lang="en-US"/>
            <a:t>ISO/IEC 12207: 1995 «Information Technology - Software Life Cycle Processes»</a:t>
          </a:r>
          <a:r>
            <a:rPr lang="ru-RU"/>
            <a:t> (ГОСТ Р ИСО/ МЭК 12207-99 введен в действие в июле 2000 г.)</a:t>
          </a:r>
          <a:endParaRPr lang="en-US"/>
        </a:p>
      </dgm:t>
    </dgm:pt>
    <dgm:pt modelId="{799AF87E-6802-4744-9B5E-3EBA6318E197}" type="parTrans" cxnId="{C535D0F7-BA68-443D-B43C-5C9230545EB0}">
      <dgm:prSet/>
      <dgm:spPr/>
      <dgm:t>
        <a:bodyPr/>
        <a:lstStyle/>
        <a:p>
          <a:endParaRPr lang="en-US"/>
        </a:p>
      </dgm:t>
    </dgm:pt>
    <dgm:pt modelId="{C9A799BA-9765-4903-8964-5F7FA3FC97C7}" type="sibTrans" cxnId="{C535D0F7-BA68-443D-B43C-5C9230545EB0}">
      <dgm:prSet/>
      <dgm:spPr/>
      <dgm:t>
        <a:bodyPr/>
        <a:lstStyle/>
        <a:p>
          <a:endParaRPr lang="en-US"/>
        </a:p>
      </dgm:t>
    </dgm:pt>
    <dgm:pt modelId="{C1797EDF-A5D6-4D80-BA02-9FFC8BD1D7E4}">
      <dgm:prSet/>
      <dgm:spPr/>
      <dgm:t>
        <a:bodyPr/>
        <a:lstStyle/>
        <a:p>
          <a:r>
            <a:rPr lang="en-US"/>
            <a:t>BS ISO/IEC 122007:2008 Systemand software engineering - Software lifecycle</a:t>
          </a:r>
          <a:r>
            <a:rPr lang="ru-RU"/>
            <a:t> </a:t>
          </a:r>
          <a:r>
            <a:rPr lang="en-US"/>
            <a:t>processes</a:t>
          </a:r>
          <a:r>
            <a:rPr lang="ru-RU"/>
            <a:t> (ГОСТ Р ИСО/МЭК 12207-2010 Информационная технология. Системная и программная инженерия).</a:t>
          </a:r>
          <a:endParaRPr lang="en-US"/>
        </a:p>
      </dgm:t>
    </dgm:pt>
    <dgm:pt modelId="{E1A07A9F-A7D3-4D73-B373-D1D17B041AA2}" type="parTrans" cxnId="{D284F2C3-475B-4F90-86C5-EEB460384571}">
      <dgm:prSet/>
      <dgm:spPr/>
      <dgm:t>
        <a:bodyPr/>
        <a:lstStyle/>
        <a:p>
          <a:endParaRPr lang="en-US"/>
        </a:p>
      </dgm:t>
    </dgm:pt>
    <dgm:pt modelId="{BCF51DBD-6630-4AF1-8AD4-6C60C86D83D9}" type="sibTrans" cxnId="{D284F2C3-475B-4F90-86C5-EEB460384571}">
      <dgm:prSet/>
      <dgm:spPr/>
      <dgm:t>
        <a:bodyPr/>
        <a:lstStyle/>
        <a:p>
          <a:endParaRPr lang="en-US"/>
        </a:p>
      </dgm:t>
    </dgm:pt>
    <dgm:pt modelId="{D29EBF41-C289-4F28-852C-7083EA1EFDA1}">
      <dgm:prSet/>
      <dgm:spPr/>
      <dgm:t>
        <a:bodyPr/>
        <a:lstStyle/>
        <a:p>
          <a:r>
            <a:rPr lang="ru-RU" dirty="0"/>
            <a:t>Модель жизненного цикла ПО - это структура, определяющая последовательность выполнения и взаимосвязи процессов, действий и задач на протяжении ЖЦ. Модель ЖЦ ПО включает в себя стадии, результаты выполнения работ на каждой стадии, ключевые события - точки завершения работ и принятия решений.</a:t>
          </a:r>
          <a:endParaRPr lang="en-US" dirty="0"/>
        </a:p>
      </dgm:t>
    </dgm:pt>
    <dgm:pt modelId="{836833D1-E78C-4FF2-92C9-39FD96581EDA}" type="parTrans" cxnId="{2C69CD8B-A04F-4C4E-BE14-FE5229F2FA86}">
      <dgm:prSet/>
      <dgm:spPr/>
      <dgm:t>
        <a:bodyPr/>
        <a:lstStyle/>
        <a:p>
          <a:endParaRPr lang="en-US"/>
        </a:p>
      </dgm:t>
    </dgm:pt>
    <dgm:pt modelId="{1A984669-A2A2-418B-9EBA-D8BDA15AED1B}" type="sibTrans" cxnId="{2C69CD8B-A04F-4C4E-BE14-FE5229F2FA86}">
      <dgm:prSet/>
      <dgm:spPr/>
      <dgm:t>
        <a:bodyPr/>
        <a:lstStyle/>
        <a:p>
          <a:endParaRPr lang="en-US"/>
        </a:p>
      </dgm:t>
    </dgm:pt>
    <dgm:pt modelId="{A3D35BC7-5D23-4893-AF9A-E2718A41FB3B}" type="pres">
      <dgm:prSet presAssocID="{2CC9A015-7095-4EA2-8421-4602606A8D9D}" presName="root" presStyleCnt="0">
        <dgm:presLayoutVars>
          <dgm:dir/>
          <dgm:resizeHandles val="exact"/>
        </dgm:presLayoutVars>
      </dgm:prSet>
      <dgm:spPr/>
    </dgm:pt>
    <dgm:pt modelId="{1F3064DE-93DF-4C02-9031-2B7BE3987DCB}" type="pres">
      <dgm:prSet presAssocID="{4B7D401B-2E9A-41D3-A9F2-8717341DAF34}" presName="compNode" presStyleCnt="0"/>
      <dgm:spPr/>
    </dgm:pt>
    <dgm:pt modelId="{5F796005-D91B-4DCA-BB43-DB8358D4243E}" type="pres">
      <dgm:prSet presAssocID="{4B7D401B-2E9A-41D3-A9F2-8717341DAF34}" presName="bgRect" presStyleLbl="bgShp" presStyleIdx="0" presStyleCnt="4"/>
      <dgm:spPr/>
    </dgm:pt>
    <dgm:pt modelId="{7DBF029A-4810-4268-8294-4AFF9C80A35E}" type="pres">
      <dgm:prSet presAssocID="{4B7D401B-2E9A-41D3-A9F2-8717341DAF3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78AC84B-1FD0-4BB8-BD97-A5DEDE43C0F0}" type="pres">
      <dgm:prSet presAssocID="{4B7D401B-2E9A-41D3-A9F2-8717341DAF34}" presName="spaceRect" presStyleCnt="0"/>
      <dgm:spPr/>
    </dgm:pt>
    <dgm:pt modelId="{EF7EF9CE-7B0C-46C3-8862-EC1F4DBDB202}" type="pres">
      <dgm:prSet presAssocID="{4B7D401B-2E9A-41D3-A9F2-8717341DAF34}" presName="parTx" presStyleLbl="revTx" presStyleIdx="0" presStyleCnt="4">
        <dgm:presLayoutVars>
          <dgm:chMax val="0"/>
          <dgm:chPref val="0"/>
        </dgm:presLayoutVars>
      </dgm:prSet>
      <dgm:spPr/>
    </dgm:pt>
    <dgm:pt modelId="{E87AF114-FAB2-4F8A-804C-65A78BE2E6AE}" type="pres">
      <dgm:prSet presAssocID="{BD3CFD08-2CAB-4415-8F8E-BE97C4547E3E}" presName="sibTrans" presStyleCnt="0"/>
      <dgm:spPr/>
    </dgm:pt>
    <dgm:pt modelId="{0D094030-CD06-447A-AAD3-BC6052B17782}" type="pres">
      <dgm:prSet presAssocID="{F6F8BC82-C567-4E42-9CC2-2DFED170E577}" presName="compNode" presStyleCnt="0"/>
      <dgm:spPr/>
    </dgm:pt>
    <dgm:pt modelId="{75204AB2-E26E-405A-BC4B-FE234E1873B9}" type="pres">
      <dgm:prSet presAssocID="{F6F8BC82-C567-4E42-9CC2-2DFED170E577}" presName="bgRect" presStyleLbl="bgShp" presStyleIdx="1" presStyleCnt="4"/>
      <dgm:spPr/>
    </dgm:pt>
    <dgm:pt modelId="{1D0C676C-6FAA-4607-B38A-F11128BC17F3}" type="pres">
      <dgm:prSet presAssocID="{F6F8BC82-C567-4E42-9CC2-2DFED170E5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E42AC862-B80C-4320-9B50-6CBF4C33F649}" type="pres">
      <dgm:prSet presAssocID="{F6F8BC82-C567-4E42-9CC2-2DFED170E577}" presName="spaceRect" presStyleCnt="0"/>
      <dgm:spPr/>
    </dgm:pt>
    <dgm:pt modelId="{3C9E91F7-726D-4760-A9DA-233E2252B428}" type="pres">
      <dgm:prSet presAssocID="{F6F8BC82-C567-4E42-9CC2-2DFED170E577}" presName="parTx" presStyleLbl="revTx" presStyleIdx="1" presStyleCnt="4">
        <dgm:presLayoutVars>
          <dgm:chMax val="0"/>
          <dgm:chPref val="0"/>
        </dgm:presLayoutVars>
      </dgm:prSet>
      <dgm:spPr/>
    </dgm:pt>
    <dgm:pt modelId="{68024BD9-A9EE-457B-A669-7375941115E6}" type="pres">
      <dgm:prSet presAssocID="{C9A799BA-9765-4903-8964-5F7FA3FC97C7}" presName="sibTrans" presStyleCnt="0"/>
      <dgm:spPr/>
    </dgm:pt>
    <dgm:pt modelId="{A5D0BA22-0365-4388-9267-819D60B445A5}" type="pres">
      <dgm:prSet presAssocID="{C1797EDF-A5D6-4D80-BA02-9FFC8BD1D7E4}" presName="compNode" presStyleCnt="0"/>
      <dgm:spPr/>
    </dgm:pt>
    <dgm:pt modelId="{7F151F2A-F8D5-4D04-B591-1F2EB58B9558}" type="pres">
      <dgm:prSet presAssocID="{C1797EDF-A5D6-4D80-BA02-9FFC8BD1D7E4}" presName="bgRect" presStyleLbl="bgShp" presStyleIdx="2" presStyleCnt="4"/>
      <dgm:spPr/>
    </dgm:pt>
    <dgm:pt modelId="{2BE70F14-9B6B-4CC2-8DFD-384E5D12B96D}" type="pres">
      <dgm:prSet presAssocID="{C1797EDF-A5D6-4D80-BA02-9FFC8BD1D7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абрика"/>
        </a:ext>
      </dgm:extLst>
    </dgm:pt>
    <dgm:pt modelId="{C5CE68F5-BB16-4B2D-89FD-165C3A4058F6}" type="pres">
      <dgm:prSet presAssocID="{C1797EDF-A5D6-4D80-BA02-9FFC8BD1D7E4}" presName="spaceRect" presStyleCnt="0"/>
      <dgm:spPr/>
    </dgm:pt>
    <dgm:pt modelId="{B1F15BF9-0E02-4FEF-A60B-903B0A885D47}" type="pres">
      <dgm:prSet presAssocID="{C1797EDF-A5D6-4D80-BA02-9FFC8BD1D7E4}" presName="parTx" presStyleLbl="revTx" presStyleIdx="2" presStyleCnt="4">
        <dgm:presLayoutVars>
          <dgm:chMax val="0"/>
          <dgm:chPref val="0"/>
        </dgm:presLayoutVars>
      </dgm:prSet>
      <dgm:spPr/>
    </dgm:pt>
    <dgm:pt modelId="{93700BF1-6D43-47A6-97DD-EBD656433847}" type="pres">
      <dgm:prSet presAssocID="{BCF51DBD-6630-4AF1-8AD4-6C60C86D83D9}" presName="sibTrans" presStyleCnt="0"/>
      <dgm:spPr/>
    </dgm:pt>
    <dgm:pt modelId="{29CD7E32-F977-466A-9C40-329807440218}" type="pres">
      <dgm:prSet presAssocID="{D29EBF41-C289-4F28-852C-7083EA1EFDA1}" presName="compNode" presStyleCnt="0"/>
      <dgm:spPr/>
    </dgm:pt>
    <dgm:pt modelId="{AE1BC149-9F3D-4EA3-85F7-4C225C76850E}" type="pres">
      <dgm:prSet presAssocID="{D29EBF41-C289-4F28-852C-7083EA1EFDA1}" presName="bgRect" presStyleLbl="bgShp" presStyleIdx="3" presStyleCnt="4"/>
      <dgm:spPr/>
    </dgm:pt>
    <dgm:pt modelId="{C56F91D9-501B-41F7-9393-7966C53B47C7}" type="pres">
      <dgm:prSet presAssocID="{D29EBF41-C289-4F28-852C-7083EA1EFD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Выполнить"/>
        </a:ext>
      </dgm:extLst>
    </dgm:pt>
    <dgm:pt modelId="{5C1FEFBE-AFB1-4BD0-A5F6-AC3146F30A92}" type="pres">
      <dgm:prSet presAssocID="{D29EBF41-C289-4F28-852C-7083EA1EFDA1}" presName="spaceRect" presStyleCnt="0"/>
      <dgm:spPr/>
    </dgm:pt>
    <dgm:pt modelId="{3E54552F-8C81-4CD8-88DA-859D4F6ED59E}" type="pres">
      <dgm:prSet presAssocID="{D29EBF41-C289-4F28-852C-7083EA1EFDA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944A030-69CB-4B52-8EAA-B6706042CA5F}" type="presOf" srcId="{2CC9A015-7095-4EA2-8421-4602606A8D9D}" destId="{A3D35BC7-5D23-4893-AF9A-E2718A41FB3B}" srcOrd="0" destOrd="0" presId="urn:microsoft.com/office/officeart/2018/2/layout/IconVerticalSolidList"/>
    <dgm:cxn modelId="{104C8A55-C92F-456A-8971-9A11A19E3987}" type="presOf" srcId="{C1797EDF-A5D6-4D80-BA02-9FFC8BD1D7E4}" destId="{B1F15BF9-0E02-4FEF-A60B-903B0A885D47}" srcOrd="0" destOrd="0" presId="urn:microsoft.com/office/officeart/2018/2/layout/IconVerticalSolidList"/>
    <dgm:cxn modelId="{B3BC8C88-9979-4C77-91FE-2D832E3B2799}" type="presOf" srcId="{D29EBF41-C289-4F28-852C-7083EA1EFDA1}" destId="{3E54552F-8C81-4CD8-88DA-859D4F6ED59E}" srcOrd="0" destOrd="0" presId="urn:microsoft.com/office/officeart/2018/2/layout/IconVerticalSolidList"/>
    <dgm:cxn modelId="{2C69CD8B-A04F-4C4E-BE14-FE5229F2FA86}" srcId="{2CC9A015-7095-4EA2-8421-4602606A8D9D}" destId="{D29EBF41-C289-4F28-852C-7083EA1EFDA1}" srcOrd="3" destOrd="0" parTransId="{836833D1-E78C-4FF2-92C9-39FD96581EDA}" sibTransId="{1A984669-A2A2-418B-9EBA-D8BDA15AED1B}"/>
    <dgm:cxn modelId="{D284F2C3-475B-4F90-86C5-EEB460384571}" srcId="{2CC9A015-7095-4EA2-8421-4602606A8D9D}" destId="{C1797EDF-A5D6-4D80-BA02-9FFC8BD1D7E4}" srcOrd="2" destOrd="0" parTransId="{E1A07A9F-A7D3-4D73-B373-D1D17B041AA2}" sibTransId="{BCF51DBD-6630-4AF1-8AD4-6C60C86D83D9}"/>
    <dgm:cxn modelId="{898F65C5-12BC-44AA-B274-A171462CBA29}" srcId="{2CC9A015-7095-4EA2-8421-4602606A8D9D}" destId="{4B7D401B-2E9A-41D3-A9F2-8717341DAF34}" srcOrd="0" destOrd="0" parTransId="{9ACD389C-A570-4541-8722-AAC08062732C}" sibTransId="{BD3CFD08-2CAB-4415-8F8E-BE97C4547E3E}"/>
    <dgm:cxn modelId="{98B76ECF-23AF-4D67-A49B-666930A48839}" type="presOf" srcId="{F6F8BC82-C567-4E42-9CC2-2DFED170E577}" destId="{3C9E91F7-726D-4760-A9DA-233E2252B428}" srcOrd="0" destOrd="0" presId="urn:microsoft.com/office/officeart/2018/2/layout/IconVerticalSolidList"/>
    <dgm:cxn modelId="{15DD75F5-18EE-4AC4-8420-F1C27F22A69F}" type="presOf" srcId="{4B7D401B-2E9A-41D3-A9F2-8717341DAF34}" destId="{EF7EF9CE-7B0C-46C3-8862-EC1F4DBDB202}" srcOrd="0" destOrd="0" presId="urn:microsoft.com/office/officeart/2018/2/layout/IconVerticalSolidList"/>
    <dgm:cxn modelId="{C535D0F7-BA68-443D-B43C-5C9230545EB0}" srcId="{2CC9A015-7095-4EA2-8421-4602606A8D9D}" destId="{F6F8BC82-C567-4E42-9CC2-2DFED170E577}" srcOrd="1" destOrd="0" parTransId="{799AF87E-6802-4744-9B5E-3EBA6318E197}" sibTransId="{C9A799BA-9765-4903-8964-5F7FA3FC97C7}"/>
    <dgm:cxn modelId="{D129F90B-474D-4F07-A006-E066D6A39010}" type="presParOf" srcId="{A3D35BC7-5D23-4893-AF9A-E2718A41FB3B}" destId="{1F3064DE-93DF-4C02-9031-2B7BE3987DCB}" srcOrd="0" destOrd="0" presId="urn:microsoft.com/office/officeart/2018/2/layout/IconVerticalSolidList"/>
    <dgm:cxn modelId="{B61A4CE0-4F65-47E0-B82B-64726D572943}" type="presParOf" srcId="{1F3064DE-93DF-4C02-9031-2B7BE3987DCB}" destId="{5F796005-D91B-4DCA-BB43-DB8358D4243E}" srcOrd="0" destOrd="0" presId="urn:microsoft.com/office/officeart/2018/2/layout/IconVerticalSolidList"/>
    <dgm:cxn modelId="{4BF18845-835B-4DEB-B531-A068B39AE706}" type="presParOf" srcId="{1F3064DE-93DF-4C02-9031-2B7BE3987DCB}" destId="{7DBF029A-4810-4268-8294-4AFF9C80A35E}" srcOrd="1" destOrd="0" presId="urn:microsoft.com/office/officeart/2018/2/layout/IconVerticalSolidList"/>
    <dgm:cxn modelId="{28911707-4766-4657-A8A2-35F7FF1C2C48}" type="presParOf" srcId="{1F3064DE-93DF-4C02-9031-2B7BE3987DCB}" destId="{A78AC84B-1FD0-4BB8-BD97-A5DEDE43C0F0}" srcOrd="2" destOrd="0" presId="urn:microsoft.com/office/officeart/2018/2/layout/IconVerticalSolidList"/>
    <dgm:cxn modelId="{0BDA5682-AE86-4906-8AF8-AF8D6B7057B9}" type="presParOf" srcId="{1F3064DE-93DF-4C02-9031-2B7BE3987DCB}" destId="{EF7EF9CE-7B0C-46C3-8862-EC1F4DBDB202}" srcOrd="3" destOrd="0" presId="urn:microsoft.com/office/officeart/2018/2/layout/IconVerticalSolidList"/>
    <dgm:cxn modelId="{03293056-FC62-433B-8BDB-A4576C314D4E}" type="presParOf" srcId="{A3D35BC7-5D23-4893-AF9A-E2718A41FB3B}" destId="{E87AF114-FAB2-4F8A-804C-65A78BE2E6AE}" srcOrd="1" destOrd="0" presId="urn:microsoft.com/office/officeart/2018/2/layout/IconVerticalSolidList"/>
    <dgm:cxn modelId="{0FEC8F11-8363-4B60-A1F1-45CB1185C5B9}" type="presParOf" srcId="{A3D35BC7-5D23-4893-AF9A-E2718A41FB3B}" destId="{0D094030-CD06-447A-AAD3-BC6052B17782}" srcOrd="2" destOrd="0" presId="urn:microsoft.com/office/officeart/2018/2/layout/IconVerticalSolidList"/>
    <dgm:cxn modelId="{164ABA45-32FC-44A5-9593-C544FF5B69F1}" type="presParOf" srcId="{0D094030-CD06-447A-AAD3-BC6052B17782}" destId="{75204AB2-E26E-405A-BC4B-FE234E1873B9}" srcOrd="0" destOrd="0" presId="urn:microsoft.com/office/officeart/2018/2/layout/IconVerticalSolidList"/>
    <dgm:cxn modelId="{559D72E5-4378-47C9-B1CA-452AF97B3AD2}" type="presParOf" srcId="{0D094030-CD06-447A-AAD3-BC6052B17782}" destId="{1D0C676C-6FAA-4607-B38A-F11128BC17F3}" srcOrd="1" destOrd="0" presId="urn:microsoft.com/office/officeart/2018/2/layout/IconVerticalSolidList"/>
    <dgm:cxn modelId="{150F9CAB-278E-4C8A-9CE8-B523C25E9B10}" type="presParOf" srcId="{0D094030-CD06-447A-AAD3-BC6052B17782}" destId="{E42AC862-B80C-4320-9B50-6CBF4C33F649}" srcOrd="2" destOrd="0" presId="urn:microsoft.com/office/officeart/2018/2/layout/IconVerticalSolidList"/>
    <dgm:cxn modelId="{EF84C150-75E0-4A2A-A491-EFCFA35F1029}" type="presParOf" srcId="{0D094030-CD06-447A-AAD3-BC6052B17782}" destId="{3C9E91F7-726D-4760-A9DA-233E2252B428}" srcOrd="3" destOrd="0" presId="urn:microsoft.com/office/officeart/2018/2/layout/IconVerticalSolidList"/>
    <dgm:cxn modelId="{82D8DD74-64D0-444B-A394-3AA0625FC7E9}" type="presParOf" srcId="{A3D35BC7-5D23-4893-AF9A-E2718A41FB3B}" destId="{68024BD9-A9EE-457B-A669-7375941115E6}" srcOrd="3" destOrd="0" presId="urn:microsoft.com/office/officeart/2018/2/layout/IconVerticalSolidList"/>
    <dgm:cxn modelId="{818B9EC2-2814-4363-8678-51B829B208A2}" type="presParOf" srcId="{A3D35BC7-5D23-4893-AF9A-E2718A41FB3B}" destId="{A5D0BA22-0365-4388-9267-819D60B445A5}" srcOrd="4" destOrd="0" presId="urn:microsoft.com/office/officeart/2018/2/layout/IconVerticalSolidList"/>
    <dgm:cxn modelId="{777596A6-8031-4D17-B6E4-514BD2AC4923}" type="presParOf" srcId="{A5D0BA22-0365-4388-9267-819D60B445A5}" destId="{7F151F2A-F8D5-4D04-B591-1F2EB58B9558}" srcOrd="0" destOrd="0" presId="urn:microsoft.com/office/officeart/2018/2/layout/IconVerticalSolidList"/>
    <dgm:cxn modelId="{387A7879-04A4-4319-840A-13BE4C179D7C}" type="presParOf" srcId="{A5D0BA22-0365-4388-9267-819D60B445A5}" destId="{2BE70F14-9B6B-4CC2-8DFD-384E5D12B96D}" srcOrd="1" destOrd="0" presId="urn:microsoft.com/office/officeart/2018/2/layout/IconVerticalSolidList"/>
    <dgm:cxn modelId="{A4108298-73BB-4877-A4A8-AA7EDF446F5D}" type="presParOf" srcId="{A5D0BA22-0365-4388-9267-819D60B445A5}" destId="{C5CE68F5-BB16-4B2D-89FD-165C3A4058F6}" srcOrd="2" destOrd="0" presId="urn:microsoft.com/office/officeart/2018/2/layout/IconVerticalSolidList"/>
    <dgm:cxn modelId="{46108C06-EFBC-4F11-AA52-31C039DB0EBC}" type="presParOf" srcId="{A5D0BA22-0365-4388-9267-819D60B445A5}" destId="{B1F15BF9-0E02-4FEF-A60B-903B0A885D47}" srcOrd="3" destOrd="0" presId="urn:microsoft.com/office/officeart/2018/2/layout/IconVerticalSolidList"/>
    <dgm:cxn modelId="{1CE141C9-1B1D-4626-9943-7221BC73A3B0}" type="presParOf" srcId="{A3D35BC7-5D23-4893-AF9A-E2718A41FB3B}" destId="{93700BF1-6D43-47A6-97DD-EBD656433847}" srcOrd="5" destOrd="0" presId="urn:microsoft.com/office/officeart/2018/2/layout/IconVerticalSolidList"/>
    <dgm:cxn modelId="{88BE75E6-4F66-40BF-A451-B21DAC6552C3}" type="presParOf" srcId="{A3D35BC7-5D23-4893-AF9A-E2718A41FB3B}" destId="{29CD7E32-F977-466A-9C40-329807440218}" srcOrd="6" destOrd="0" presId="urn:microsoft.com/office/officeart/2018/2/layout/IconVerticalSolidList"/>
    <dgm:cxn modelId="{A22457C6-D699-45CB-A9D0-F818250EE63D}" type="presParOf" srcId="{29CD7E32-F977-466A-9C40-329807440218}" destId="{AE1BC149-9F3D-4EA3-85F7-4C225C76850E}" srcOrd="0" destOrd="0" presId="urn:microsoft.com/office/officeart/2018/2/layout/IconVerticalSolidList"/>
    <dgm:cxn modelId="{CDD778CC-8B70-43BD-BE8D-70621EA20EE2}" type="presParOf" srcId="{29CD7E32-F977-466A-9C40-329807440218}" destId="{C56F91D9-501B-41F7-9393-7966C53B47C7}" srcOrd="1" destOrd="0" presId="urn:microsoft.com/office/officeart/2018/2/layout/IconVerticalSolidList"/>
    <dgm:cxn modelId="{BA25B2F6-530D-4BDF-BCC9-4DD49C575264}" type="presParOf" srcId="{29CD7E32-F977-466A-9C40-329807440218}" destId="{5C1FEFBE-AFB1-4BD0-A5F6-AC3146F30A92}" srcOrd="2" destOrd="0" presId="urn:microsoft.com/office/officeart/2018/2/layout/IconVerticalSolidList"/>
    <dgm:cxn modelId="{168D58A1-6236-4D7F-BA14-7C08952F738C}" type="presParOf" srcId="{29CD7E32-F977-466A-9C40-329807440218}" destId="{3E54552F-8C81-4CD8-88DA-859D4F6ED5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E5E4DB-ED2C-477E-BC91-417F7B33460C}">
      <dsp:nvSpPr>
        <dsp:cNvPr id="0" name=""/>
        <dsp:cNvSpPr/>
      </dsp:nvSpPr>
      <dsp:spPr>
        <a:xfrm>
          <a:off x="0" y="3450"/>
          <a:ext cx="8229600" cy="7140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EECDE3-D7CF-490B-93AD-D3469A7A5030}">
      <dsp:nvSpPr>
        <dsp:cNvPr id="0" name=""/>
        <dsp:cNvSpPr/>
      </dsp:nvSpPr>
      <dsp:spPr>
        <a:xfrm>
          <a:off x="215994" y="162066"/>
          <a:ext cx="392717" cy="3927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B93AF-F9CD-4B75-8723-271FB2C380C0}">
      <dsp:nvSpPr>
        <dsp:cNvPr id="0" name=""/>
        <dsp:cNvSpPr/>
      </dsp:nvSpPr>
      <dsp:spPr>
        <a:xfrm>
          <a:off x="824707" y="1408"/>
          <a:ext cx="7404892" cy="714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68" tIns="75568" rIns="75568" bIns="7556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Актуальные проблемы </a:t>
          </a:r>
          <a:r>
            <a:rPr lang="ru-RU" sz="2000" kern="1200" dirty="0"/>
            <a:t>разработки сложных программных систем </a:t>
          </a:r>
          <a:endParaRPr lang="en-US" sz="2000" kern="1200" dirty="0"/>
        </a:p>
      </dsp:txBody>
      <dsp:txXfrm>
        <a:off x="824707" y="1408"/>
        <a:ext cx="7404892" cy="714032"/>
      </dsp:txXfrm>
    </dsp:sp>
    <dsp:sp modelId="{22136296-E66B-41B9-9690-60307900DB68}">
      <dsp:nvSpPr>
        <dsp:cNvPr id="0" name=""/>
        <dsp:cNvSpPr/>
      </dsp:nvSpPr>
      <dsp:spPr>
        <a:xfrm>
          <a:off x="0" y="893949"/>
          <a:ext cx="8229600" cy="7140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B2362-4254-4EDD-B84E-D16A92CB09AB}">
      <dsp:nvSpPr>
        <dsp:cNvPr id="0" name=""/>
        <dsp:cNvSpPr/>
      </dsp:nvSpPr>
      <dsp:spPr>
        <a:xfrm>
          <a:off x="215994" y="1054606"/>
          <a:ext cx="392717" cy="3927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1B5C0-513D-46EE-9F9F-8A08C32597CA}">
      <dsp:nvSpPr>
        <dsp:cNvPr id="0" name=""/>
        <dsp:cNvSpPr/>
      </dsp:nvSpPr>
      <dsp:spPr>
        <a:xfrm>
          <a:off x="824707" y="893949"/>
          <a:ext cx="7404892" cy="714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68" tIns="75568" rIns="75568" bIns="7556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Эволюция моделей</a:t>
          </a:r>
          <a:r>
            <a:rPr lang="ru-RU" sz="2000" kern="1200" dirty="0"/>
            <a:t> жизненного цикла информационных систем </a:t>
          </a:r>
          <a:endParaRPr lang="en-US" sz="2000" kern="1200" dirty="0"/>
        </a:p>
      </dsp:txBody>
      <dsp:txXfrm>
        <a:off x="824707" y="893949"/>
        <a:ext cx="7404892" cy="714032"/>
      </dsp:txXfrm>
    </dsp:sp>
    <dsp:sp modelId="{765C7688-803B-4C44-8648-C41544ED1847}">
      <dsp:nvSpPr>
        <dsp:cNvPr id="0" name=""/>
        <dsp:cNvSpPr/>
      </dsp:nvSpPr>
      <dsp:spPr>
        <a:xfrm>
          <a:off x="0" y="1786490"/>
          <a:ext cx="8229600" cy="7140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54A99-5A2F-4DEC-A5FC-CDB50196FADC}">
      <dsp:nvSpPr>
        <dsp:cNvPr id="0" name=""/>
        <dsp:cNvSpPr/>
      </dsp:nvSpPr>
      <dsp:spPr>
        <a:xfrm>
          <a:off x="215994" y="1947147"/>
          <a:ext cx="392717" cy="3927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FD593-35F2-406B-B2A4-793F7E965894}">
      <dsp:nvSpPr>
        <dsp:cNvPr id="0" name=""/>
        <dsp:cNvSpPr/>
      </dsp:nvSpPr>
      <dsp:spPr>
        <a:xfrm>
          <a:off x="824707" y="1786490"/>
          <a:ext cx="7404892" cy="714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68" tIns="75568" rIns="75568" bIns="7556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Фаза проектирования </a:t>
          </a:r>
          <a:r>
            <a:rPr lang="ru-RU" sz="2000" kern="1200" dirty="0"/>
            <a:t>среди стандартизованных процессов разработки программ и программной документации</a:t>
          </a:r>
          <a:endParaRPr lang="en-US" sz="2000" kern="1200" dirty="0"/>
        </a:p>
      </dsp:txBody>
      <dsp:txXfrm>
        <a:off x="824707" y="1786490"/>
        <a:ext cx="7404892" cy="714032"/>
      </dsp:txXfrm>
    </dsp:sp>
    <dsp:sp modelId="{CDC895C6-B18A-4EAC-B6F5-6812AAEF1EBD}">
      <dsp:nvSpPr>
        <dsp:cNvPr id="0" name=""/>
        <dsp:cNvSpPr/>
      </dsp:nvSpPr>
      <dsp:spPr>
        <a:xfrm>
          <a:off x="0" y="2679030"/>
          <a:ext cx="8229600" cy="7140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8EB7E-864E-4376-A4CC-F11C7496D23B}">
      <dsp:nvSpPr>
        <dsp:cNvPr id="0" name=""/>
        <dsp:cNvSpPr/>
      </dsp:nvSpPr>
      <dsp:spPr>
        <a:xfrm>
          <a:off x="215994" y="2839687"/>
          <a:ext cx="392717" cy="3927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BEA01-A59F-40D3-B8BA-9B55D60314F2}">
      <dsp:nvSpPr>
        <dsp:cNvPr id="0" name=""/>
        <dsp:cNvSpPr/>
      </dsp:nvSpPr>
      <dsp:spPr>
        <a:xfrm>
          <a:off x="824707" y="2679030"/>
          <a:ext cx="7404892" cy="714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68" tIns="75568" rIns="75568" bIns="7556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Управление эксплуатацией</a:t>
          </a:r>
          <a:r>
            <a:rPr lang="ru-RU" sz="2000" kern="1200" dirty="0"/>
            <a:t>: процессы сопровождения, модернизации и реинжиниринга</a:t>
          </a:r>
          <a:endParaRPr lang="en-US" sz="2000" kern="1200" dirty="0"/>
        </a:p>
      </dsp:txBody>
      <dsp:txXfrm>
        <a:off x="824707" y="2679030"/>
        <a:ext cx="7404892" cy="7140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2801B-756E-4DC4-8F13-F4AEC1F53CD0}">
      <dsp:nvSpPr>
        <dsp:cNvPr id="0" name=""/>
        <dsp:cNvSpPr/>
      </dsp:nvSpPr>
      <dsp:spPr>
        <a:xfrm>
          <a:off x="2249940" y="2"/>
          <a:ext cx="3366683" cy="1237207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kern="1200" dirty="0"/>
            <a:t> </a:t>
          </a:r>
          <a:r>
            <a:rPr lang="ru-RU" sz="1050" kern="1200" dirty="0">
              <a:latin typeface="Calibri"/>
              <a:ea typeface="+mn-ea"/>
              <a:cs typeface="+mn-cs"/>
            </a:rPr>
            <a:t>Исследование и анализ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Проектирование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</a:t>
          </a:r>
          <a:r>
            <a:rPr lang="ru-RU" sz="1050" b="1" kern="1200" dirty="0">
              <a:latin typeface="Calibri"/>
              <a:ea typeface="+mn-ea"/>
              <a:cs typeface="+mn-cs"/>
            </a:rPr>
            <a:t>Оптимизация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Реинжиниринг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Автоматизация</a:t>
          </a:r>
        </a:p>
      </dsp:txBody>
      <dsp:txXfrm>
        <a:off x="2249940" y="154653"/>
        <a:ext cx="2902730" cy="927905"/>
      </dsp:txXfrm>
    </dsp:sp>
    <dsp:sp modelId="{5493F6A8-F4F5-434C-A9FA-58CD86C17EE6}">
      <dsp:nvSpPr>
        <dsp:cNvPr id="0" name=""/>
        <dsp:cNvSpPr/>
      </dsp:nvSpPr>
      <dsp:spPr>
        <a:xfrm>
          <a:off x="90332" y="124414"/>
          <a:ext cx="2069275" cy="9913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Прикладные и информационные процессы</a:t>
          </a:r>
        </a:p>
      </dsp:txBody>
      <dsp:txXfrm>
        <a:off x="138727" y="172809"/>
        <a:ext cx="1972485" cy="894585"/>
      </dsp:txXfrm>
    </dsp:sp>
    <dsp:sp modelId="{5EA2B14A-8525-4788-B6DC-E5579DD18B2D}">
      <dsp:nvSpPr>
        <dsp:cNvPr id="0" name=""/>
        <dsp:cNvSpPr/>
      </dsp:nvSpPr>
      <dsp:spPr>
        <a:xfrm>
          <a:off x="2231677" y="1368150"/>
          <a:ext cx="3366683" cy="1152038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Анализ применимости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Технико-экономическое обоснование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Адаптация, настройка  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Внедрение</a:t>
          </a:r>
        </a:p>
      </dsp:txBody>
      <dsp:txXfrm>
        <a:off x="2231677" y="1512155"/>
        <a:ext cx="2934669" cy="864028"/>
      </dsp:txXfrm>
    </dsp:sp>
    <dsp:sp modelId="{55FC1A1A-CFC9-47E1-97C7-F58E932C55B2}">
      <dsp:nvSpPr>
        <dsp:cNvPr id="0" name=""/>
        <dsp:cNvSpPr/>
      </dsp:nvSpPr>
      <dsp:spPr>
        <a:xfrm>
          <a:off x="90332" y="1418174"/>
          <a:ext cx="2069275" cy="9913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Информационные технологии</a:t>
          </a:r>
        </a:p>
      </dsp:txBody>
      <dsp:txXfrm>
        <a:off x="138727" y="1466569"/>
        <a:ext cx="1972485" cy="894585"/>
      </dsp:txXfrm>
    </dsp:sp>
    <dsp:sp modelId="{61FABF33-360C-4BCA-A031-554AF714593C}">
      <dsp:nvSpPr>
        <dsp:cNvPr id="0" name=""/>
        <dsp:cNvSpPr/>
      </dsp:nvSpPr>
      <dsp:spPr>
        <a:xfrm>
          <a:off x="2232238" y="2590518"/>
          <a:ext cx="3366683" cy="122590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Проектирование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Реализация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Внедрение и настройка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Сопровождение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Модернизация</a:t>
          </a:r>
        </a:p>
      </dsp:txBody>
      <dsp:txXfrm>
        <a:off x="2232238" y="2743756"/>
        <a:ext cx="2906969" cy="919429"/>
      </dsp:txXfrm>
    </dsp:sp>
    <dsp:sp modelId="{8F1A65DD-D3D3-48A3-86A8-CD9DA7AE804E}">
      <dsp:nvSpPr>
        <dsp:cNvPr id="0" name=""/>
        <dsp:cNvSpPr/>
      </dsp:nvSpPr>
      <dsp:spPr>
        <a:xfrm>
          <a:off x="89703" y="2706284"/>
          <a:ext cx="2070532" cy="9913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Информационные системы</a:t>
          </a:r>
        </a:p>
      </dsp:txBody>
      <dsp:txXfrm>
        <a:off x="138098" y="2754679"/>
        <a:ext cx="1973742" cy="8945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C8A40-FEBE-4312-B653-8ACA43B27446}">
      <dsp:nvSpPr>
        <dsp:cNvPr id="0" name=""/>
        <dsp:cNvSpPr/>
      </dsp:nvSpPr>
      <dsp:spPr>
        <a:xfrm rot="20617685">
          <a:off x="1989408" y="1317867"/>
          <a:ext cx="1942977" cy="197175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Производительность</a:t>
          </a:r>
          <a:endParaRPr lang="ru-RU" sz="800" kern="1200" dirty="0"/>
        </a:p>
      </dsp:txBody>
      <dsp:txXfrm>
        <a:off x="2375155" y="1778531"/>
        <a:ext cx="1161727" cy="1017220"/>
      </dsp:txXfrm>
    </dsp:sp>
    <dsp:sp modelId="{B4FB972F-81BF-4B63-9154-7616B1E78744}">
      <dsp:nvSpPr>
        <dsp:cNvPr id="0" name=""/>
        <dsp:cNvSpPr/>
      </dsp:nvSpPr>
      <dsp:spPr>
        <a:xfrm rot="537058">
          <a:off x="663654" y="1586282"/>
          <a:ext cx="1547552" cy="1564525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Качество</a:t>
          </a:r>
        </a:p>
      </dsp:txBody>
      <dsp:txXfrm>
        <a:off x="1053255" y="1980742"/>
        <a:ext cx="768350" cy="775605"/>
      </dsp:txXfrm>
    </dsp:sp>
    <dsp:sp modelId="{F0FAA869-8447-4099-B8A4-F4F667AD503F}">
      <dsp:nvSpPr>
        <dsp:cNvPr id="0" name=""/>
        <dsp:cNvSpPr/>
      </dsp:nvSpPr>
      <dsp:spPr>
        <a:xfrm rot="21020420">
          <a:off x="858652" y="184065"/>
          <a:ext cx="1590218" cy="163462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Эффективность</a:t>
          </a:r>
        </a:p>
      </dsp:txBody>
      <dsp:txXfrm rot="-20700000">
        <a:off x="1204800" y="545219"/>
        <a:ext cx="897922" cy="912312"/>
      </dsp:txXfrm>
    </dsp:sp>
    <dsp:sp modelId="{AC0E5CD9-FBBB-45C9-B355-FE2B6C13FB9A}">
      <dsp:nvSpPr>
        <dsp:cNvPr id="0" name=""/>
        <dsp:cNvSpPr/>
      </dsp:nvSpPr>
      <dsp:spPr>
        <a:xfrm>
          <a:off x="1990807" y="1182332"/>
          <a:ext cx="2297872" cy="2297872"/>
        </a:xfrm>
        <a:prstGeom prst="circularArrow">
          <a:avLst>
            <a:gd name="adj1" fmla="val 4688"/>
            <a:gd name="adj2" fmla="val 299029"/>
            <a:gd name="adj3" fmla="val 2489018"/>
            <a:gd name="adj4" fmla="val 15921048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0CDDB-DF0B-4A6E-8A1C-86D765852321}">
      <dsp:nvSpPr>
        <dsp:cNvPr id="0" name=""/>
        <dsp:cNvSpPr/>
      </dsp:nvSpPr>
      <dsp:spPr>
        <a:xfrm>
          <a:off x="588006" y="1389485"/>
          <a:ext cx="1669548" cy="166954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4AEB1-43B0-41FB-BB21-C2C15B7067CE}">
      <dsp:nvSpPr>
        <dsp:cNvPr id="0" name=""/>
        <dsp:cNvSpPr/>
      </dsp:nvSpPr>
      <dsp:spPr>
        <a:xfrm>
          <a:off x="670533" y="189177"/>
          <a:ext cx="1800109" cy="1800109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2801B-756E-4DC4-8F13-F4AEC1F53CD0}">
      <dsp:nvSpPr>
        <dsp:cNvPr id="0" name=""/>
        <dsp:cNvSpPr/>
      </dsp:nvSpPr>
      <dsp:spPr>
        <a:xfrm>
          <a:off x="2249940" y="2"/>
          <a:ext cx="3366683" cy="1237207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kern="1200" dirty="0"/>
            <a:t> </a:t>
          </a:r>
          <a:r>
            <a:rPr lang="ru-RU" sz="1050" kern="1200" dirty="0">
              <a:latin typeface="Calibri"/>
              <a:ea typeface="+mn-ea"/>
              <a:cs typeface="+mn-cs"/>
            </a:rPr>
            <a:t>Исследование и анализ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Проектирование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Оптимизация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Реинжиниринг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50" kern="1200" dirty="0">
              <a:latin typeface="Calibri"/>
              <a:ea typeface="+mn-ea"/>
              <a:cs typeface="+mn-cs"/>
            </a:rPr>
            <a:t> Автоматизация</a:t>
          </a:r>
        </a:p>
      </dsp:txBody>
      <dsp:txXfrm>
        <a:off x="2249940" y="154653"/>
        <a:ext cx="2902730" cy="927905"/>
      </dsp:txXfrm>
    </dsp:sp>
    <dsp:sp modelId="{5493F6A8-F4F5-434C-A9FA-58CD86C17EE6}">
      <dsp:nvSpPr>
        <dsp:cNvPr id="0" name=""/>
        <dsp:cNvSpPr/>
      </dsp:nvSpPr>
      <dsp:spPr>
        <a:xfrm>
          <a:off x="90332" y="124414"/>
          <a:ext cx="2069275" cy="9913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Прикладные и информационные процессы</a:t>
          </a:r>
        </a:p>
      </dsp:txBody>
      <dsp:txXfrm>
        <a:off x="138727" y="172809"/>
        <a:ext cx="1972485" cy="894585"/>
      </dsp:txXfrm>
    </dsp:sp>
    <dsp:sp modelId="{5EA2B14A-8525-4788-B6DC-E5579DD18B2D}">
      <dsp:nvSpPr>
        <dsp:cNvPr id="0" name=""/>
        <dsp:cNvSpPr/>
      </dsp:nvSpPr>
      <dsp:spPr>
        <a:xfrm>
          <a:off x="2231677" y="1368150"/>
          <a:ext cx="3366683" cy="1152038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Анализ применимости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Технико-экономическое обоснование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Адаптация, настройка  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Внедрение</a:t>
          </a:r>
        </a:p>
      </dsp:txBody>
      <dsp:txXfrm>
        <a:off x="2231677" y="1512155"/>
        <a:ext cx="2934669" cy="864028"/>
      </dsp:txXfrm>
    </dsp:sp>
    <dsp:sp modelId="{55FC1A1A-CFC9-47E1-97C7-F58E932C55B2}">
      <dsp:nvSpPr>
        <dsp:cNvPr id="0" name=""/>
        <dsp:cNvSpPr/>
      </dsp:nvSpPr>
      <dsp:spPr>
        <a:xfrm>
          <a:off x="90332" y="1418174"/>
          <a:ext cx="2069275" cy="9913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Информационные технологии</a:t>
          </a:r>
        </a:p>
      </dsp:txBody>
      <dsp:txXfrm>
        <a:off x="138727" y="1466569"/>
        <a:ext cx="1972485" cy="894585"/>
      </dsp:txXfrm>
    </dsp:sp>
    <dsp:sp modelId="{61FABF33-360C-4BCA-A031-554AF714593C}">
      <dsp:nvSpPr>
        <dsp:cNvPr id="0" name=""/>
        <dsp:cNvSpPr/>
      </dsp:nvSpPr>
      <dsp:spPr>
        <a:xfrm>
          <a:off x="2232238" y="2590518"/>
          <a:ext cx="3366683" cy="122590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Проектирование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Реализация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Внедрение и настройка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Сопровождение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 Модернизация</a:t>
          </a:r>
        </a:p>
      </dsp:txBody>
      <dsp:txXfrm>
        <a:off x="2232238" y="2743756"/>
        <a:ext cx="2906969" cy="919429"/>
      </dsp:txXfrm>
    </dsp:sp>
    <dsp:sp modelId="{8F1A65DD-D3D3-48A3-86A8-CD9DA7AE804E}">
      <dsp:nvSpPr>
        <dsp:cNvPr id="0" name=""/>
        <dsp:cNvSpPr/>
      </dsp:nvSpPr>
      <dsp:spPr>
        <a:xfrm>
          <a:off x="89703" y="2706284"/>
          <a:ext cx="2070532" cy="9913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Информационные системы</a:t>
          </a:r>
        </a:p>
      </dsp:txBody>
      <dsp:txXfrm>
        <a:off x="138098" y="2754679"/>
        <a:ext cx="1973742" cy="8945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C8A40-FEBE-4312-B653-8ACA43B27446}">
      <dsp:nvSpPr>
        <dsp:cNvPr id="0" name=""/>
        <dsp:cNvSpPr/>
      </dsp:nvSpPr>
      <dsp:spPr>
        <a:xfrm rot="20617685">
          <a:off x="1715001" y="959428"/>
          <a:ext cx="1414519" cy="1435469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Производительность</a:t>
          </a:r>
          <a:endParaRPr lang="ru-RU" sz="500" kern="1200" dirty="0"/>
        </a:p>
      </dsp:txBody>
      <dsp:txXfrm>
        <a:off x="1995831" y="1294799"/>
        <a:ext cx="845757" cy="740553"/>
      </dsp:txXfrm>
    </dsp:sp>
    <dsp:sp modelId="{B4FB972F-81BF-4B63-9154-7616B1E78744}">
      <dsp:nvSpPr>
        <dsp:cNvPr id="0" name=""/>
        <dsp:cNvSpPr/>
      </dsp:nvSpPr>
      <dsp:spPr>
        <a:xfrm rot="537058">
          <a:off x="760343" y="1132911"/>
          <a:ext cx="1126643" cy="1138999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Качество</a:t>
          </a:r>
        </a:p>
      </dsp:txBody>
      <dsp:txXfrm>
        <a:off x="1043979" y="1420084"/>
        <a:ext cx="559371" cy="564653"/>
      </dsp:txXfrm>
    </dsp:sp>
    <dsp:sp modelId="{F0FAA869-8447-4099-B8A4-F4F667AD503F}">
      <dsp:nvSpPr>
        <dsp:cNvPr id="0" name=""/>
        <dsp:cNvSpPr/>
      </dsp:nvSpPr>
      <dsp:spPr>
        <a:xfrm rot="21020420">
          <a:off x="891793" y="134002"/>
          <a:ext cx="1157704" cy="119003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Эффективность</a:t>
          </a:r>
        </a:p>
      </dsp:txBody>
      <dsp:txXfrm rot="-20700000">
        <a:off x="1143794" y="396928"/>
        <a:ext cx="653702" cy="664178"/>
      </dsp:txXfrm>
    </dsp:sp>
    <dsp:sp modelId="{AC0E5CD9-FBBB-45C9-B355-FE2B6C13FB9A}">
      <dsp:nvSpPr>
        <dsp:cNvPr id="0" name=""/>
        <dsp:cNvSpPr/>
      </dsp:nvSpPr>
      <dsp:spPr>
        <a:xfrm>
          <a:off x="1704550" y="867078"/>
          <a:ext cx="1672889" cy="1672889"/>
        </a:xfrm>
        <a:prstGeom prst="circularArrow">
          <a:avLst>
            <a:gd name="adj1" fmla="val 4687"/>
            <a:gd name="adj2" fmla="val 299029"/>
            <a:gd name="adj3" fmla="val 2447297"/>
            <a:gd name="adj4" fmla="val 16018529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0CDDB-DF0B-4A6E-8A1C-86D765852321}">
      <dsp:nvSpPr>
        <dsp:cNvPr id="0" name=""/>
        <dsp:cNvSpPr/>
      </dsp:nvSpPr>
      <dsp:spPr>
        <a:xfrm>
          <a:off x="694758" y="1016463"/>
          <a:ext cx="1215458" cy="121545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4AEB1-43B0-41FB-BB21-C2C15B7067CE}">
      <dsp:nvSpPr>
        <dsp:cNvPr id="0" name=""/>
        <dsp:cNvSpPr/>
      </dsp:nvSpPr>
      <dsp:spPr>
        <a:xfrm>
          <a:off x="754839" y="142620"/>
          <a:ext cx="1310509" cy="1310509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FA9685-9028-43D7-B37D-8D502B168D7B}">
      <dsp:nvSpPr>
        <dsp:cNvPr id="0" name=""/>
        <dsp:cNvSpPr/>
      </dsp:nvSpPr>
      <dsp:spPr>
        <a:xfrm>
          <a:off x="0" y="61900"/>
          <a:ext cx="402825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Возрастающая сложность </a:t>
          </a:r>
          <a:r>
            <a:rPr lang="ru-RU" sz="1000" kern="1200" dirty="0" err="1"/>
            <a:t>ПрО</a:t>
          </a:r>
          <a:r>
            <a:rPr lang="ru-RU" sz="1000" kern="1200" dirty="0"/>
            <a:t> и ПП, как следствие – высокие требования к квалификации разработчиков и экспертов </a:t>
          </a:r>
          <a:r>
            <a:rPr lang="ru-RU" sz="1000" kern="1200" dirty="0" err="1"/>
            <a:t>ПрО</a:t>
          </a:r>
          <a:endParaRPr lang="en-US" sz="1000" kern="1200" dirty="0"/>
        </a:p>
      </dsp:txBody>
      <dsp:txXfrm>
        <a:off x="19419" y="81319"/>
        <a:ext cx="3989418" cy="358962"/>
      </dsp:txXfrm>
    </dsp:sp>
    <dsp:sp modelId="{FE6A7A64-E7D9-4F53-83CD-79FF1B685B9D}">
      <dsp:nvSpPr>
        <dsp:cNvPr id="0" name=""/>
        <dsp:cNvSpPr/>
      </dsp:nvSpPr>
      <dsp:spPr>
        <a:xfrm>
          <a:off x="0" y="488500"/>
          <a:ext cx="402825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Необходимость наследования ранее созданного ПО и «старых» форматов данных</a:t>
          </a:r>
          <a:endParaRPr lang="en-US" sz="1000" kern="1200" dirty="0"/>
        </a:p>
      </dsp:txBody>
      <dsp:txXfrm>
        <a:off x="19419" y="507919"/>
        <a:ext cx="3989418" cy="358962"/>
      </dsp:txXfrm>
    </dsp:sp>
    <dsp:sp modelId="{4FF41438-4E85-487B-8F7A-A544117BB599}">
      <dsp:nvSpPr>
        <dsp:cNvPr id="0" name=""/>
        <dsp:cNvSpPr/>
      </dsp:nvSpPr>
      <dsp:spPr>
        <a:xfrm>
          <a:off x="0" y="915100"/>
          <a:ext cx="402825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Сокращение времени на разработку - «сейчас или никогда»</a:t>
          </a:r>
          <a:endParaRPr lang="en-US" sz="1000" kern="1200" dirty="0"/>
        </a:p>
      </dsp:txBody>
      <dsp:txXfrm>
        <a:off x="19419" y="934519"/>
        <a:ext cx="3989418" cy="3589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CDFBE-8F20-4356-A28D-618CE6010139}">
      <dsp:nvSpPr>
        <dsp:cNvPr id="0" name=""/>
        <dsp:cNvSpPr/>
      </dsp:nvSpPr>
      <dsp:spPr>
        <a:xfrm>
          <a:off x="250143" y="740"/>
          <a:ext cx="1568785" cy="9412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 dirty="0"/>
            <a:t>Трудность управления процессом разработки</a:t>
          </a:r>
          <a:endParaRPr lang="en-US" sz="1050" kern="1200" dirty="0"/>
        </a:p>
      </dsp:txBody>
      <dsp:txXfrm>
        <a:off x="250143" y="740"/>
        <a:ext cx="1568785" cy="941271"/>
      </dsp:txXfrm>
    </dsp:sp>
    <dsp:sp modelId="{13E39553-EEDC-4087-835E-3CFD2B07649F}">
      <dsp:nvSpPr>
        <dsp:cNvPr id="0" name=""/>
        <dsp:cNvSpPr/>
      </dsp:nvSpPr>
      <dsp:spPr>
        <a:xfrm>
          <a:off x="1975807" y="740"/>
          <a:ext cx="1568785" cy="9412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/>
            <a:t>Необходимость обеспечить достаточную гибкость программы</a:t>
          </a:r>
          <a:endParaRPr lang="en-US" sz="1050" kern="1200"/>
        </a:p>
      </dsp:txBody>
      <dsp:txXfrm>
        <a:off x="1975807" y="740"/>
        <a:ext cx="1568785" cy="941271"/>
      </dsp:txXfrm>
    </dsp:sp>
    <dsp:sp modelId="{67E7DECF-8772-4A40-A3B1-C9A770E17F7F}">
      <dsp:nvSpPr>
        <dsp:cNvPr id="0" name=""/>
        <dsp:cNvSpPr/>
      </dsp:nvSpPr>
      <dsp:spPr>
        <a:xfrm>
          <a:off x="3686270" y="0"/>
          <a:ext cx="1568785" cy="9412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 dirty="0"/>
            <a:t>Неудовлетворительные способы описания поведения больших систем</a:t>
          </a:r>
          <a:endParaRPr lang="en-US" sz="1050" kern="1200" dirty="0"/>
        </a:p>
      </dsp:txBody>
      <dsp:txXfrm>
        <a:off x="3686270" y="0"/>
        <a:ext cx="1568785" cy="94127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E5365C-92A3-4B39-8B8D-C913182DC4F7}">
      <dsp:nvSpPr>
        <dsp:cNvPr id="0" name=""/>
        <dsp:cNvSpPr/>
      </dsp:nvSpPr>
      <dsp:spPr>
        <a:xfrm>
          <a:off x="0" y="414"/>
          <a:ext cx="8229600" cy="9696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0C806-39E3-40F9-9B19-E40F37599975}">
      <dsp:nvSpPr>
        <dsp:cNvPr id="0" name=""/>
        <dsp:cNvSpPr/>
      </dsp:nvSpPr>
      <dsp:spPr>
        <a:xfrm>
          <a:off x="293307" y="218577"/>
          <a:ext cx="533286" cy="5332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4041D-595D-4B1D-B4BF-78FFD69EF651}">
      <dsp:nvSpPr>
        <dsp:cNvPr id="0" name=""/>
        <dsp:cNvSpPr/>
      </dsp:nvSpPr>
      <dsp:spPr>
        <a:xfrm>
          <a:off x="1119902" y="414"/>
          <a:ext cx="7109697" cy="969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617" tIns="102617" rIns="102617" bIns="10261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Основу технологии проектирования ИС составляет методология, которая определяет сущность, основные отличительные технологические особенности</a:t>
          </a:r>
          <a:endParaRPr lang="en-US" sz="1400" kern="1200" dirty="0"/>
        </a:p>
      </dsp:txBody>
      <dsp:txXfrm>
        <a:off x="1119902" y="414"/>
        <a:ext cx="7109697" cy="969612"/>
      </dsp:txXfrm>
    </dsp:sp>
    <dsp:sp modelId="{B13F75B5-0943-4A0C-ABDB-B40EB53E0FEC}">
      <dsp:nvSpPr>
        <dsp:cNvPr id="0" name=""/>
        <dsp:cNvSpPr/>
      </dsp:nvSpPr>
      <dsp:spPr>
        <a:xfrm>
          <a:off x="0" y="1212429"/>
          <a:ext cx="8229600" cy="9696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AF879-A072-43DB-A909-6D5F883733A9}">
      <dsp:nvSpPr>
        <dsp:cNvPr id="0" name=""/>
        <dsp:cNvSpPr/>
      </dsp:nvSpPr>
      <dsp:spPr>
        <a:xfrm>
          <a:off x="293307" y="1430592"/>
          <a:ext cx="533286" cy="5332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36E12-AE83-4B53-8069-7BDC78D1F2C0}">
      <dsp:nvSpPr>
        <dsp:cNvPr id="0" name=""/>
        <dsp:cNvSpPr/>
      </dsp:nvSpPr>
      <dsp:spPr>
        <a:xfrm>
          <a:off x="1119902" y="1212429"/>
          <a:ext cx="7109697" cy="969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617" tIns="102617" rIns="102617" bIns="10261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Методология проектирования предполагает наличие единой концепции и принципов проектирования, реализуемых набором методов анализа и проектирования, которые в свою очередь должны поддерживаться некоторыми средствами проектирования</a:t>
          </a:r>
          <a:endParaRPr lang="en-US" sz="1400" kern="1200" dirty="0"/>
        </a:p>
      </dsp:txBody>
      <dsp:txXfrm>
        <a:off x="1119902" y="1212429"/>
        <a:ext cx="7109697" cy="969612"/>
      </dsp:txXfrm>
    </dsp:sp>
    <dsp:sp modelId="{39CCA975-74DC-4CF8-92EC-80CC844E53C0}">
      <dsp:nvSpPr>
        <dsp:cNvPr id="0" name=""/>
        <dsp:cNvSpPr/>
      </dsp:nvSpPr>
      <dsp:spPr>
        <a:xfrm>
          <a:off x="0" y="2424445"/>
          <a:ext cx="8229600" cy="9696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DD871-AA85-4186-8200-3A5684CD2D78}">
      <dsp:nvSpPr>
        <dsp:cNvPr id="0" name=""/>
        <dsp:cNvSpPr/>
      </dsp:nvSpPr>
      <dsp:spPr>
        <a:xfrm>
          <a:off x="293307" y="2642608"/>
          <a:ext cx="533286" cy="5332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92F632-7BEE-48F3-B954-9A5183627614}">
      <dsp:nvSpPr>
        <dsp:cNvPr id="0" name=""/>
        <dsp:cNvSpPr/>
      </dsp:nvSpPr>
      <dsp:spPr>
        <a:xfrm>
          <a:off x="1119902" y="2424445"/>
          <a:ext cx="7109697" cy="969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617" tIns="102617" rIns="102617" bIns="10261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Методология проектирования определяет методы и средства организации проектирования в части взаимодействия проектировщиков между собой и с заказчиком в процессе создания проекта ИС</a:t>
          </a:r>
          <a:endParaRPr lang="en-US" sz="1400" kern="1200" dirty="0"/>
        </a:p>
      </dsp:txBody>
      <dsp:txXfrm>
        <a:off x="1119902" y="2424445"/>
        <a:ext cx="7109697" cy="9696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6D6963-655B-4084-86D8-69E757A54C4F}">
      <dsp:nvSpPr>
        <dsp:cNvPr id="0" name=""/>
        <dsp:cNvSpPr/>
      </dsp:nvSpPr>
      <dsp:spPr>
        <a:xfrm>
          <a:off x="0" y="0"/>
          <a:ext cx="6583680" cy="746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Методология определяет шаги и этапность реализации проекта, а также правила (процедуры) реализации проекта</a:t>
          </a:r>
          <a:endParaRPr lang="en-US" sz="1300" kern="1200" dirty="0"/>
        </a:p>
      </dsp:txBody>
      <dsp:txXfrm>
        <a:off x="21873" y="21873"/>
        <a:ext cx="5714737" cy="703037"/>
      </dsp:txXfrm>
    </dsp:sp>
    <dsp:sp modelId="{4C9CF5D4-56E8-496B-BFDE-CEB3201919E2}">
      <dsp:nvSpPr>
        <dsp:cNvPr id="0" name=""/>
        <dsp:cNvSpPr/>
      </dsp:nvSpPr>
      <dsp:spPr>
        <a:xfrm>
          <a:off x="551383" y="882562"/>
          <a:ext cx="6583680" cy="746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Метод – это процедура или техника генерации компонентов ИС (например, проектирования потоков данных или структур данных)</a:t>
          </a:r>
          <a:endParaRPr lang="en-US" sz="1300" kern="1200"/>
        </a:p>
      </dsp:txBody>
      <dsp:txXfrm>
        <a:off x="573256" y="904435"/>
        <a:ext cx="5503141" cy="703037"/>
      </dsp:txXfrm>
    </dsp:sp>
    <dsp:sp modelId="{EC1354B2-B021-4228-ADB3-2CB9ECA724AB}">
      <dsp:nvSpPr>
        <dsp:cNvPr id="0" name=""/>
        <dsp:cNvSpPr/>
      </dsp:nvSpPr>
      <dsp:spPr>
        <a:xfrm>
          <a:off x="1094536" y="1765125"/>
          <a:ext cx="6583680" cy="746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Нотация – правила отображения статической и динамической структуры системы с помощью специальных графических символов диаграмм, </a:t>
          </a:r>
          <a:br>
            <a:rPr lang="ru-RU" sz="1300" kern="1200" dirty="0"/>
          </a:br>
          <a:r>
            <a:rPr lang="ru-RU" sz="1300" kern="1200" dirty="0"/>
            <a:t>а также описание системы на формальных и естественных языках</a:t>
          </a:r>
          <a:endParaRPr lang="en-US" sz="1300" kern="1200" dirty="0"/>
        </a:p>
      </dsp:txBody>
      <dsp:txXfrm>
        <a:off x="1116409" y="1786998"/>
        <a:ext cx="5511370" cy="703037"/>
      </dsp:txXfrm>
    </dsp:sp>
    <dsp:sp modelId="{7AEF9D96-1B45-40DF-B588-9CCC5A560F01}">
      <dsp:nvSpPr>
        <dsp:cNvPr id="0" name=""/>
        <dsp:cNvSpPr/>
      </dsp:nvSpPr>
      <dsp:spPr>
        <a:xfrm>
          <a:off x="1645920" y="2647688"/>
          <a:ext cx="6583680" cy="746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Инструментальные средства – специальные программы, которые поддерживают одну или несколько методологий проектирования</a:t>
          </a:r>
          <a:endParaRPr lang="en-US" sz="1300" kern="1200"/>
        </a:p>
      </dsp:txBody>
      <dsp:txXfrm>
        <a:off x="1667793" y="2669561"/>
        <a:ext cx="5503141" cy="703037"/>
      </dsp:txXfrm>
    </dsp:sp>
    <dsp:sp modelId="{732A47A7-CB68-4D4F-A15D-5B141097A340}">
      <dsp:nvSpPr>
        <dsp:cNvPr id="0" name=""/>
        <dsp:cNvSpPr/>
      </dsp:nvSpPr>
      <dsp:spPr>
        <a:xfrm>
          <a:off x="6098270" y="571968"/>
          <a:ext cx="485409" cy="485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207487" y="571968"/>
        <a:ext cx="266975" cy="365270"/>
      </dsp:txXfrm>
    </dsp:sp>
    <dsp:sp modelId="{3490154F-A218-4B7B-BB43-1F28EE839DF0}">
      <dsp:nvSpPr>
        <dsp:cNvPr id="0" name=""/>
        <dsp:cNvSpPr/>
      </dsp:nvSpPr>
      <dsp:spPr>
        <a:xfrm>
          <a:off x="6649653" y="1454531"/>
          <a:ext cx="485409" cy="485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758870" y="1454531"/>
        <a:ext cx="266975" cy="365270"/>
      </dsp:txXfrm>
    </dsp:sp>
    <dsp:sp modelId="{62D30D05-BE1A-4237-8E30-18F83C1377A2}">
      <dsp:nvSpPr>
        <dsp:cNvPr id="0" name=""/>
        <dsp:cNvSpPr/>
      </dsp:nvSpPr>
      <dsp:spPr>
        <a:xfrm>
          <a:off x="7192807" y="2337093"/>
          <a:ext cx="485409" cy="485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02024" y="2337093"/>
        <a:ext cx="266975" cy="36527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184F5-3DCD-4A20-8789-38B7F6AF395F}">
      <dsp:nvSpPr>
        <dsp:cNvPr id="0" name=""/>
        <dsp:cNvSpPr/>
      </dsp:nvSpPr>
      <dsp:spPr>
        <a:xfrm>
          <a:off x="0" y="3934"/>
          <a:ext cx="8229600" cy="7330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09B7A5-6EBC-4205-BAD0-9A93D04507BF}">
      <dsp:nvSpPr>
        <dsp:cNvPr id="0" name=""/>
        <dsp:cNvSpPr/>
      </dsp:nvSpPr>
      <dsp:spPr>
        <a:xfrm>
          <a:off x="221746" y="168869"/>
          <a:ext cx="403570" cy="4031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AAE53-5C7F-44E3-996C-1D3EECB91F02}">
      <dsp:nvSpPr>
        <dsp:cNvPr id="0" name=""/>
        <dsp:cNvSpPr/>
      </dsp:nvSpPr>
      <dsp:spPr>
        <a:xfrm>
          <a:off x="847064" y="3934"/>
          <a:ext cx="7102631" cy="733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57" tIns="77657" rIns="77657" bIns="7765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Исходными принципами программной инженерии, лежащими в основе современных технологий разработки, являются итеративность, модульная архитектура системы и визуальное моделирование </a:t>
          </a:r>
          <a:endParaRPr lang="en-US" sz="1400" kern="1200" dirty="0"/>
        </a:p>
      </dsp:txBody>
      <dsp:txXfrm>
        <a:off x="847064" y="3934"/>
        <a:ext cx="7102631" cy="733764"/>
      </dsp:txXfrm>
    </dsp:sp>
    <dsp:sp modelId="{E25792B8-A907-4702-AEBC-83D046293013}">
      <dsp:nvSpPr>
        <dsp:cNvPr id="0" name=""/>
        <dsp:cNvSpPr/>
      </dsp:nvSpPr>
      <dsp:spPr>
        <a:xfrm>
          <a:off x="0" y="867542"/>
          <a:ext cx="8229600" cy="7330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F824D7-66BB-4AA5-B577-5543F2719B10}">
      <dsp:nvSpPr>
        <dsp:cNvPr id="0" name=""/>
        <dsp:cNvSpPr/>
      </dsp:nvSpPr>
      <dsp:spPr>
        <a:xfrm>
          <a:off x="221746" y="1053149"/>
          <a:ext cx="403570" cy="4031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DF1AD-3155-42E7-9FEF-EEF943D20EEF}">
      <dsp:nvSpPr>
        <dsp:cNvPr id="0" name=""/>
        <dsp:cNvSpPr/>
      </dsp:nvSpPr>
      <dsp:spPr>
        <a:xfrm>
          <a:off x="847064" y="888214"/>
          <a:ext cx="7102631" cy="733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57" tIns="77657" rIns="77657" bIns="7765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В соответствии с принципами программной инженерии один из основных этапов проектирования программного обеспечения - визуальное моделирование систем </a:t>
          </a:r>
          <a:endParaRPr lang="en-US" sz="1400" kern="1200" dirty="0"/>
        </a:p>
      </dsp:txBody>
      <dsp:txXfrm>
        <a:off x="847064" y="888214"/>
        <a:ext cx="7102631" cy="733764"/>
      </dsp:txXfrm>
    </dsp:sp>
    <dsp:sp modelId="{A8D95B2D-2EB4-4886-BB8E-A4EA6BCED44E}">
      <dsp:nvSpPr>
        <dsp:cNvPr id="0" name=""/>
        <dsp:cNvSpPr/>
      </dsp:nvSpPr>
      <dsp:spPr>
        <a:xfrm>
          <a:off x="0" y="1772493"/>
          <a:ext cx="8229600" cy="7330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64BD3-EA6E-4805-BEFF-B1D5AAF8D0F9}">
      <dsp:nvSpPr>
        <dsp:cNvPr id="0" name=""/>
        <dsp:cNvSpPr/>
      </dsp:nvSpPr>
      <dsp:spPr>
        <a:xfrm>
          <a:off x="221746" y="1937429"/>
          <a:ext cx="403570" cy="4031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0A1F4-686D-4B0D-80F1-87CC2363EB4E}">
      <dsp:nvSpPr>
        <dsp:cNvPr id="0" name=""/>
        <dsp:cNvSpPr/>
      </dsp:nvSpPr>
      <dsp:spPr>
        <a:xfrm>
          <a:off x="847064" y="1772493"/>
          <a:ext cx="7102631" cy="733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57" tIns="77657" rIns="77657" bIns="7765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Модель программной системы - это формальное описание системы, в котором выделены основные объекты, составляющие систему, и отношения между этими объектами. В описаниях представляется замысел, или смысл системы. Модель всегда представляет собой некоторый уровень абстракции, охватывая лишь существенные черты </a:t>
          </a:r>
          <a:endParaRPr lang="en-US" sz="1400" kern="1200" dirty="0"/>
        </a:p>
      </dsp:txBody>
      <dsp:txXfrm>
        <a:off x="847064" y="1772493"/>
        <a:ext cx="7102631" cy="733764"/>
      </dsp:txXfrm>
    </dsp:sp>
    <dsp:sp modelId="{E300C1F0-AE2C-470F-B19C-855282FA0319}">
      <dsp:nvSpPr>
        <dsp:cNvPr id="0" name=""/>
        <dsp:cNvSpPr/>
      </dsp:nvSpPr>
      <dsp:spPr>
        <a:xfrm>
          <a:off x="0" y="2656773"/>
          <a:ext cx="8229600" cy="7330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53242-54ED-4774-8406-6BFA4D9A97DE}">
      <dsp:nvSpPr>
        <dsp:cNvPr id="0" name=""/>
        <dsp:cNvSpPr/>
      </dsp:nvSpPr>
      <dsp:spPr>
        <a:xfrm>
          <a:off x="221746" y="2821709"/>
          <a:ext cx="403570" cy="4031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0511D-442D-4F40-B652-9ED0F1CF3493}">
      <dsp:nvSpPr>
        <dsp:cNvPr id="0" name=""/>
        <dsp:cNvSpPr/>
      </dsp:nvSpPr>
      <dsp:spPr>
        <a:xfrm>
          <a:off x="847064" y="2656773"/>
          <a:ext cx="7102631" cy="733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57" tIns="77657" rIns="77657" bIns="7765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Графические языки моделирования уже продолжительное время широко используются в программной индустрии. Основная причина их появления состоит в том, что языки программирования не обеспечивают нужный уровень абстракции, способный облегчить процесс проектирования систем.</a:t>
          </a:r>
          <a:endParaRPr lang="en-US" sz="1400" kern="1200" dirty="0"/>
        </a:p>
      </dsp:txBody>
      <dsp:txXfrm>
        <a:off x="847064" y="2656773"/>
        <a:ext cx="7102631" cy="7337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96005-D91B-4DCA-BB43-DB8358D4243E}">
      <dsp:nvSpPr>
        <dsp:cNvPr id="0" name=""/>
        <dsp:cNvSpPr/>
      </dsp:nvSpPr>
      <dsp:spPr>
        <a:xfrm>
          <a:off x="0" y="3064"/>
          <a:ext cx="8229600" cy="671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F029A-4810-4268-8294-4AFF9C80A35E}">
      <dsp:nvSpPr>
        <dsp:cNvPr id="0" name=""/>
        <dsp:cNvSpPr/>
      </dsp:nvSpPr>
      <dsp:spPr>
        <a:xfrm>
          <a:off x="203090" y="154124"/>
          <a:ext cx="369616" cy="3692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EF9CE-7B0C-46C3-8862-EC1F4DBDB202}">
      <dsp:nvSpPr>
        <dsp:cNvPr id="0" name=""/>
        <dsp:cNvSpPr/>
      </dsp:nvSpPr>
      <dsp:spPr>
        <a:xfrm>
          <a:off x="775798" y="3064"/>
          <a:ext cx="7430303" cy="713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95" tIns="75495" rIns="75495" bIns="7549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Жизненный цикл (ЖЦ, </a:t>
          </a:r>
          <a:r>
            <a:rPr lang="en-US" sz="1400" kern="1200" dirty="0"/>
            <a:t>SLCP</a:t>
          </a:r>
          <a:r>
            <a:rPr lang="ru-RU" sz="1400" kern="1200" dirty="0"/>
            <a:t>) программного обеспечения определяется как период времени, который начинается с момента принятия решения о необходимости создания ПО и заканчивается в момент его полного изъятия из эксплуатации. </a:t>
          </a:r>
          <a:endParaRPr lang="en-US" sz="1400" kern="1200" dirty="0"/>
        </a:p>
      </dsp:txBody>
      <dsp:txXfrm>
        <a:off x="775798" y="3064"/>
        <a:ext cx="7430303" cy="713335"/>
      </dsp:txXfrm>
    </dsp:sp>
    <dsp:sp modelId="{75204AB2-E26E-405A-BC4B-FE234E1873B9}">
      <dsp:nvSpPr>
        <dsp:cNvPr id="0" name=""/>
        <dsp:cNvSpPr/>
      </dsp:nvSpPr>
      <dsp:spPr>
        <a:xfrm>
          <a:off x="0" y="894733"/>
          <a:ext cx="8229600" cy="671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C676C-6FAA-4607-B38A-F11128BC17F3}">
      <dsp:nvSpPr>
        <dsp:cNvPr id="0" name=""/>
        <dsp:cNvSpPr/>
      </dsp:nvSpPr>
      <dsp:spPr>
        <a:xfrm>
          <a:off x="203090" y="1045793"/>
          <a:ext cx="369616" cy="3692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E91F7-726D-4760-A9DA-233E2252B428}">
      <dsp:nvSpPr>
        <dsp:cNvPr id="0" name=""/>
        <dsp:cNvSpPr/>
      </dsp:nvSpPr>
      <dsp:spPr>
        <a:xfrm>
          <a:off x="775798" y="894733"/>
          <a:ext cx="7430303" cy="713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95" tIns="75495" rIns="75495" bIns="7549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ISO/IEC 12207: 1995 «Information Technology - Software Life Cycle Processes»</a:t>
          </a:r>
          <a:r>
            <a:rPr lang="ru-RU" sz="1400" kern="1200"/>
            <a:t> (ГОСТ Р ИСО/ МЭК 12207-99 введен в действие в июле 2000 г.)</a:t>
          </a:r>
          <a:endParaRPr lang="en-US" sz="1400" kern="1200"/>
        </a:p>
      </dsp:txBody>
      <dsp:txXfrm>
        <a:off x="775798" y="894733"/>
        <a:ext cx="7430303" cy="713335"/>
      </dsp:txXfrm>
    </dsp:sp>
    <dsp:sp modelId="{7F151F2A-F8D5-4D04-B591-1F2EB58B9558}">
      <dsp:nvSpPr>
        <dsp:cNvPr id="0" name=""/>
        <dsp:cNvSpPr/>
      </dsp:nvSpPr>
      <dsp:spPr>
        <a:xfrm>
          <a:off x="0" y="1786402"/>
          <a:ext cx="8229600" cy="671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70F14-9B6B-4CC2-8DFD-384E5D12B96D}">
      <dsp:nvSpPr>
        <dsp:cNvPr id="0" name=""/>
        <dsp:cNvSpPr/>
      </dsp:nvSpPr>
      <dsp:spPr>
        <a:xfrm>
          <a:off x="203090" y="1937462"/>
          <a:ext cx="369616" cy="3692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15BF9-0E02-4FEF-A60B-903B0A885D47}">
      <dsp:nvSpPr>
        <dsp:cNvPr id="0" name=""/>
        <dsp:cNvSpPr/>
      </dsp:nvSpPr>
      <dsp:spPr>
        <a:xfrm>
          <a:off x="775798" y="1786402"/>
          <a:ext cx="7430303" cy="713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95" tIns="75495" rIns="75495" bIns="7549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BS ISO/IEC 122007:2008 Systemand software engineering - Software lifecycle</a:t>
          </a:r>
          <a:r>
            <a:rPr lang="ru-RU" sz="1400" kern="1200"/>
            <a:t> </a:t>
          </a:r>
          <a:r>
            <a:rPr lang="en-US" sz="1400" kern="1200"/>
            <a:t>processes</a:t>
          </a:r>
          <a:r>
            <a:rPr lang="ru-RU" sz="1400" kern="1200"/>
            <a:t> (ГОСТ Р ИСО/МЭК 12207-2010 Информационная технология. Системная и программная инженерия).</a:t>
          </a:r>
          <a:endParaRPr lang="en-US" sz="1400" kern="1200"/>
        </a:p>
      </dsp:txBody>
      <dsp:txXfrm>
        <a:off x="775798" y="1786402"/>
        <a:ext cx="7430303" cy="713335"/>
      </dsp:txXfrm>
    </dsp:sp>
    <dsp:sp modelId="{AE1BC149-9F3D-4EA3-85F7-4C225C76850E}">
      <dsp:nvSpPr>
        <dsp:cNvPr id="0" name=""/>
        <dsp:cNvSpPr/>
      </dsp:nvSpPr>
      <dsp:spPr>
        <a:xfrm>
          <a:off x="0" y="2678071"/>
          <a:ext cx="8229600" cy="671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F91D9-501B-41F7-9393-7966C53B47C7}">
      <dsp:nvSpPr>
        <dsp:cNvPr id="0" name=""/>
        <dsp:cNvSpPr/>
      </dsp:nvSpPr>
      <dsp:spPr>
        <a:xfrm>
          <a:off x="203090" y="2829131"/>
          <a:ext cx="369616" cy="3692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4552F-8C81-4CD8-88DA-859D4F6ED59E}">
      <dsp:nvSpPr>
        <dsp:cNvPr id="0" name=""/>
        <dsp:cNvSpPr/>
      </dsp:nvSpPr>
      <dsp:spPr>
        <a:xfrm>
          <a:off x="775798" y="2678071"/>
          <a:ext cx="7430303" cy="713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95" tIns="75495" rIns="75495" bIns="7549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Модель жизненного цикла ПО - это структура, определяющая последовательность выполнения и взаимосвязи процессов, действий и задач на протяжении ЖЦ. Модель ЖЦ ПО включает в себя стадии, результаты выполнения работ на каждой стадии, ключевые события - точки завершения работ и принятия решений.</a:t>
          </a:r>
          <a:endParaRPr lang="en-US" sz="1400" kern="1200" dirty="0"/>
        </a:p>
      </dsp:txBody>
      <dsp:txXfrm>
        <a:off x="775798" y="2678071"/>
        <a:ext cx="7430303" cy="713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134E-5F52-43A0-AA8D-24D4FF336DD1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EEF02-4613-4469-929F-E2A6F0899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58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3EEF02-4613-4469-929F-E2A6F089983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68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2083A-A555-41BC-B9DF-6779C99026F9}" type="datetimeFigureOut">
              <a:rPr lang="ru-RU" smtClean="0"/>
              <a:pPr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ait.ru/bcode/450339/p.33-5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10.png"/><Relationship Id="rId12" Type="http://schemas.microsoft.com/office/2007/relationships/diagramDrawing" Target="../diagrams/drawing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diagramColors" Target="../diagrams/colors5.xml"/><Relationship Id="rId5" Type="http://schemas.openxmlformats.org/officeDocument/2006/relationships/diagramColors" Target="../diagrams/colors4.xml"/><Relationship Id="rId10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4.xml"/><Relationship Id="rId9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13" Type="http://schemas.microsoft.com/office/2007/relationships/diagramDrawing" Target="../diagrams/drawing7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6.xml"/><Relationship Id="rId12" Type="http://schemas.openxmlformats.org/officeDocument/2006/relationships/diagramColors" Target="../diagrams/colors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6.xml"/><Relationship Id="rId11" Type="http://schemas.openxmlformats.org/officeDocument/2006/relationships/diagramQuickStyle" Target="../diagrams/quickStyle7.xml"/><Relationship Id="rId5" Type="http://schemas.openxmlformats.org/officeDocument/2006/relationships/diagramLayout" Target="../diagrams/layout6.xml"/><Relationship Id="rId10" Type="http://schemas.openxmlformats.org/officeDocument/2006/relationships/diagramLayout" Target="../diagrams/layout7.xml"/><Relationship Id="rId4" Type="http://schemas.openxmlformats.org/officeDocument/2006/relationships/diagramData" Target="../diagrams/data6.xml"/><Relationship Id="rId9" Type="http://schemas.openxmlformats.org/officeDocument/2006/relationships/diagramData" Target="../diagrams/data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059583"/>
            <a:ext cx="7772400" cy="1640756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Методология </a:t>
            </a:r>
            <a:br>
              <a:rPr lang="ru-RU" dirty="0"/>
            </a:br>
            <a:r>
              <a:rPr lang="ru-RU" dirty="0"/>
              <a:t>проектирования и управления информационными системами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59632" y="3219823"/>
            <a:ext cx="6400800" cy="809228"/>
          </a:xfrm>
        </p:spPr>
        <p:txBody>
          <a:bodyPr/>
          <a:lstStyle/>
          <a:p>
            <a:pPr algn="r"/>
            <a:r>
              <a:rPr lang="ru-RU" dirty="0"/>
              <a:t>Компаниец Виталий Сергеевич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ctr">
            <a:normAutofit/>
          </a:bodyPr>
          <a:lstStyle/>
          <a:p>
            <a:r>
              <a:rPr lang="ru-RU" dirty="0"/>
              <a:t>Содержание</a:t>
            </a:r>
            <a:endParaRPr lang="ru-RU"/>
          </a:p>
        </p:txBody>
      </p:sp>
      <p:graphicFrame>
        <p:nvGraphicFramePr>
          <p:cNvPr id="5" name="Содержимое 2">
            <a:extLst>
              <a:ext uri="{FF2B5EF4-FFF2-40B4-BE49-F238E27FC236}">
                <a16:creationId xmlns:a16="http://schemas.microsoft.com/office/drawing/2014/main" id="{D7EB808D-38C0-9F10-80A1-9274A4352F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243074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/>
          <a:p>
            <a:r>
              <a:rPr lang="ru-RU" dirty="0"/>
              <a:t>Литература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type="body" idx="1"/>
          </p:nvPr>
        </p:nvSpPr>
        <p:spPr>
          <a:xfrm>
            <a:off x="722313" y="1419622"/>
            <a:ext cx="7772400" cy="188555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1800" dirty="0">
                <a:solidFill>
                  <a:schemeClr val="tx1"/>
                </a:solidFill>
              </a:rPr>
              <a:t>Проектирование информационных систем : учебник и практикум для вузов / Д. В. Чистов, П. П. Мельников, А. В. </a:t>
            </a:r>
            <a:r>
              <a:rPr lang="ru-RU" sz="1800" dirty="0" err="1">
                <a:solidFill>
                  <a:schemeClr val="tx1"/>
                </a:solidFill>
              </a:rPr>
              <a:t>Золотарюк</a:t>
            </a:r>
            <a:r>
              <a:rPr lang="ru-RU" sz="1800" dirty="0">
                <a:solidFill>
                  <a:schemeClr val="tx1"/>
                </a:solidFill>
              </a:rPr>
              <a:t>, Н. Б. </a:t>
            </a:r>
            <a:r>
              <a:rPr lang="ru-RU" sz="1800" dirty="0" err="1">
                <a:solidFill>
                  <a:schemeClr val="tx1"/>
                </a:solidFill>
              </a:rPr>
              <a:t>Ничепорук</a:t>
            </a:r>
            <a:r>
              <a:rPr lang="ru-RU" sz="1800" dirty="0">
                <a:solidFill>
                  <a:schemeClr val="tx1"/>
                </a:solidFill>
              </a:rPr>
              <a:t> ; под общей редакцией Д. В. Чистова. — Москва : Издательство </a:t>
            </a:r>
            <a:r>
              <a:rPr lang="ru-RU" sz="1800" dirty="0" err="1">
                <a:solidFill>
                  <a:schemeClr val="tx1"/>
                </a:solidFill>
              </a:rPr>
              <a:t>Юрайт</a:t>
            </a:r>
            <a:r>
              <a:rPr lang="ru-RU" sz="1800" dirty="0">
                <a:solidFill>
                  <a:schemeClr val="tx1"/>
                </a:solidFill>
              </a:rPr>
              <a:t>, 2020. — 258 с. — (Высшее образование). — ISBN 978-5-534-00492-2. — С. 33 — 57 — Текст : электронный // ЭБС </a:t>
            </a:r>
            <a:r>
              <a:rPr lang="ru-RU" sz="1800" dirty="0" err="1">
                <a:solidFill>
                  <a:schemeClr val="tx1"/>
                </a:solidFill>
              </a:rPr>
              <a:t>Юрайт</a:t>
            </a:r>
            <a:r>
              <a:rPr lang="ru-RU" sz="1800" dirty="0">
                <a:solidFill>
                  <a:schemeClr val="tx1"/>
                </a:solidFill>
              </a:rPr>
              <a:t> [сайт]. — URL: </a:t>
            </a:r>
            <a:r>
              <a:rPr lang="ru-RU" sz="1800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https://urait.ru/bcode/450339/p.33-57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endParaRPr lang="ru-RU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0319-7861-AB77-5995-EFF853B4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08C14-B396-2BCE-0ED0-0B2FBFE0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Прикладная информатика</a:t>
            </a:r>
          </a:p>
        </p:txBody>
      </p:sp>
      <p:graphicFrame>
        <p:nvGraphicFramePr>
          <p:cNvPr id="4" name="Содержимое 3">
            <a:extLst>
              <a:ext uri="{FF2B5EF4-FFF2-40B4-BE49-F238E27FC236}">
                <a16:creationId xmlns:a16="http://schemas.microsoft.com/office/drawing/2014/main" id="{A5B4C2EE-B89C-4846-0B15-0CF50DCF9C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218678"/>
              </p:ext>
            </p:extLst>
          </p:nvPr>
        </p:nvGraphicFramePr>
        <p:xfrm>
          <a:off x="179512" y="987575"/>
          <a:ext cx="5616624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61EECA16-DE0C-D390-D2F5-26D755F23B0D}"/>
              </a:ext>
            </a:extLst>
          </p:cNvPr>
          <p:cNvGraphicFramePr/>
          <p:nvPr/>
        </p:nvGraphicFramePr>
        <p:xfrm>
          <a:off x="4932040" y="1131590"/>
          <a:ext cx="4608512" cy="3264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3736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76AC85-2F8D-C5C1-DB5D-06456058D2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55" r="2" b="174"/>
          <a:stretch/>
        </p:blipFill>
        <p:spPr>
          <a:xfrm>
            <a:off x="90488" y="50800"/>
            <a:ext cx="8963025" cy="5041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677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Прикладная информатика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005625"/>
              </p:ext>
            </p:extLst>
          </p:nvPr>
        </p:nvGraphicFramePr>
        <p:xfrm>
          <a:off x="179512" y="987575"/>
          <a:ext cx="5616624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: загнутый угол 5">
            <a:extLst>
              <a:ext uri="{FF2B5EF4-FFF2-40B4-BE49-F238E27FC236}">
                <a16:creationId xmlns:a16="http://schemas.microsoft.com/office/drawing/2014/main" id="{4AF76FAE-2502-E8D1-EC53-8A4E3E69F2F2}"/>
              </a:ext>
            </a:extLst>
          </p:cNvPr>
          <p:cNvSpPr/>
          <p:nvPr/>
        </p:nvSpPr>
        <p:spPr>
          <a:xfrm>
            <a:off x="6242783" y="1275606"/>
            <a:ext cx="2880320" cy="1728192"/>
          </a:xfrm>
          <a:prstGeom prst="foldedCorner">
            <a:avLst/>
          </a:prstGeom>
          <a:blipFill>
            <a:blip r:embed="rId7"/>
            <a:stretch>
              <a:fillRect/>
            </a:stretch>
          </a:blip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B826BDD1-C167-D4A1-72FA-C34281833D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7527123"/>
              </p:ext>
            </p:extLst>
          </p:nvPr>
        </p:nvGraphicFramePr>
        <p:xfrm>
          <a:off x="4067944" y="2460539"/>
          <a:ext cx="3888432" cy="237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40B053-2C9A-C2BD-12DF-D23BF57388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88" r="13819"/>
          <a:stretch/>
        </p:blipFill>
        <p:spPr>
          <a:xfrm>
            <a:off x="323528" y="0"/>
            <a:ext cx="3600400" cy="5143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247B03-C387-47A1-53E7-E970D2F7F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123478"/>
            <a:ext cx="5112568" cy="2080439"/>
          </a:xfrm>
          <a:prstGeom prst="rect">
            <a:avLst/>
          </a:prstGeom>
        </p:spPr>
      </p:pic>
      <p:graphicFrame>
        <p:nvGraphicFramePr>
          <p:cNvPr id="6" name="Содержимое 2">
            <a:extLst>
              <a:ext uri="{FF2B5EF4-FFF2-40B4-BE49-F238E27FC236}">
                <a16:creationId xmlns:a16="http://schemas.microsoft.com/office/drawing/2014/main" id="{FF8AC834-BFC1-D386-C1E8-FA646FA21A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310505"/>
              </p:ext>
            </p:extLst>
          </p:nvPr>
        </p:nvGraphicFramePr>
        <p:xfrm>
          <a:off x="4322067" y="3436566"/>
          <a:ext cx="4028256" cy="137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7" name="Содержимое 2">
            <a:extLst>
              <a:ext uri="{FF2B5EF4-FFF2-40B4-BE49-F238E27FC236}">
                <a16:creationId xmlns:a16="http://schemas.microsoft.com/office/drawing/2014/main" id="{B7A89C50-7362-8ED7-4EF7-5FC00B0083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6290257"/>
              </p:ext>
            </p:extLst>
          </p:nvPr>
        </p:nvGraphicFramePr>
        <p:xfrm>
          <a:off x="3575995" y="2340438"/>
          <a:ext cx="5520401" cy="942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27762D-8BA9-303C-11DA-5CFAA24BD5B5}"/>
              </a:ext>
            </a:extLst>
          </p:cNvPr>
          <p:cNvSpPr txBox="1"/>
          <p:nvPr/>
        </p:nvSpPr>
        <p:spPr>
          <a:xfrm>
            <a:off x="379372" y="0"/>
            <a:ext cx="3488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Статистика оптимиста 40% успеха</a:t>
            </a:r>
          </a:p>
        </p:txBody>
      </p:sp>
    </p:spTree>
    <p:extLst>
      <p:ext uri="{BB962C8B-B14F-4D97-AF65-F5344CB8AC3E}">
        <p14:creationId xmlns:p14="http://schemas.microsoft.com/office/powerpoint/2010/main" val="285166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ctr">
            <a:normAutofit/>
          </a:bodyPr>
          <a:lstStyle/>
          <a:p>
            <a:r>
              <a:rPr lang="ru-RU" dirty="0"/>
              <a:t>Программная инженерия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199" y="1200151"/>
            <a:ext cx="4847095" cy="339447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ru-RU" sz="1800" dirty="0"/>
              <a:t>Программная инженерия определяется как совокупность инженерных методов и средств создания программного обеспечения. В то же время - это дисциплина, изучающая применение строгого систематического инженерного подхода к разработке, эксплуатации и сопровождению программного обеспечения. </a:t>
            </a:r>
          </a:p>
          <a:p>
            <a:pPr>
              <a:lnSpc>
                <a:spcPct val="90000"/>
              </a:lnSpc>
            </a:pPr>
            <a:r>
              <a:rPr lang="ru-RU" sz="1800" dirty="0"/>
              <a:t>Альтернатива - разработка программных систем нередко осуществляется на интуитивном уровне неформализованными методами, включающими элементы искусства, практический опыт и отсутствие экспериментальной проверки качества функционирования </a:t>
            </a:r>
          </a:p>
        </p:txBody>
      </p:sp>
      <p:pic>
        <p:nvPicPr>
          <p:cNvPr id="2050" name="Picture 2" descr="https://main-cdn.goods.ru/hlr-system/43/27/28/47/33/23/100026263942b0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304295" y="1200151"/>
            <a:ext cx="2726410" cy="33944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987574"/>
            <a:ext cx="6724402" cy="4033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Тенденции изменения соотношения стоимости</a:t>
            </a:r>
            <a:br>
              <a:rPr lang="ru-RU" sz="2800" dirty="0"/>
            </a:br>
            <a:r>
              <a:rPr lang="ru-RU" sz="2800" dirty="0"/>
              <a:t>аппаратных средств и программного обеспечения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(1)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конце 1960-х гг. в результате объективной необходимости перехода от кустарных способов к индустриальным способам создания программного обеспечения появилась новая научная дисциплина - программная инженерия (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(2)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Термин 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 был впервые предложен в 1968 г. на конференции, посвященной так называемому кризису программного обеспечения (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crisis</a:t>
            </a:r>
            <a:r>
              <a:rPr lang="ru-RU" dirty="0"/>
              <a:t>). </a:t>
            </a:r>
          </a:p>
          <a:p>
            <a:r>
              <a:rPr lang="ru-RU" dirty="0"/>
              <a:t>Этот кризис был вызван появлением мощной вычислительной техники третьего поколения, позволявшей воплотить в жизнь более сложные, не реализуемые ранее, программные приложения.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(3)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Оказалось, что неформальный подход недостаточен для разработки сложных систем нового поколения.</a:t>
            </a:r>
          </a:p>
          <a:p>
            <a:r>
              <a:rPr lang="ru-RU" dirty="0"/>
              <a:t>В 1975 г. в Вашингтоне была проведена первая международная конференция, посвященная программной инженерии. Тогда же появилось первое издание, посвященное программной инженерии, - </a:t>
            </a:r>
            <a:r>
              <a:rPr lang="ru-RU" dirty="0" err="1"/>
              <a:t>IEEE</a:t>
            </a:r>
            <a:r>
              <a:rPr lang="ru-RU" dirty="0"/>
              <a:t> </a:t>
            </a:r>
            <a:r>
              <a:rPr lang="ru-RU" dirty="0" err="1"/>
              <a:t>Transactions</a:t>
            </a:r>
            <a:r>
              <a:rPr lang="ru-RU" dirty="0"/>
              <a:t> о</a:t>
            </a:r>
            <a:r>
              <a:rPr lang="en-US" dirty="0"/>
              <a:t>n</a:t>
            </a:r>
            <a:r>
              <a:rPr lang="ru-RU" dirty="0"/>
              <a:t> 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Engineering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(4)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1970-е и 1980-е гг. - систематизация и стандартизация создания программного обеспечения (на основе структурного подхода) и с начала 1990-х гг. - переход к сборочному, индустриальному способу создания программного обеспечения (на основе объектно-ориентированного подхода).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(5)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1990-е гг. ознаменовали первую реальную попытку превратить разработку программного обеспечения в инженерную дисциплину с помощью концепций </a:t>
            </a:r>
            <a:r>
              <a:rPr lang="ru-RU" dirty="0" err="1"/>
              <a:t>CBSE</a:t>
            </a:r>
            <a:r>
              <a:rPr lang="ru-RU" dirty="0"/>
              <a:t> (</a:t>
            </a:r>
            <a:r>
              <a:rPr lang="ru-RU" dirty="0" err="1"/>
              <a:t>component-based</a:t>
            </a:r>
            <a:r>
              <a:rPr lang="ru-RU" dirty="0"/>
              <a:t> 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 - компонентная разработка программного обеспечения) и </a:t>
            </a:r>
            <a:r>
              <a:rPr lang="ru-RU" dirty="0" err="1"/>
              <a:t>COTS</a:t>
            </a:r>
            <a:r>
              <a:rPr lang="ru-RU" dirty="0"/>
              <a:t> (</a:t>
            </a:r>
            <a:r>
              <a:rPr lang="ru-RU" dirty="0" err="1"/>
              <a:t>commercial</a:t>
            </a:r>
            <a:r>
              <a:rPr lang="ru-RU" dirty="0"/>
              <a:t> </a:t>
            </a:r>
            <a:r>
              <a:rPr lang="ru-RU" dirty="0" err="1"/>
              <a:t>off-the-shelf</a:t>
            </a:r>
            <a:r>
              <a:rPr lang="ru-RU" dirty="0"/>
              <a:t>- готовые коммерчески доступные компоненты).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Результат: требования к технологии проектирования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42398"/>
            <a:ext cx="8229600" cy="339447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sz="2000" dirty="0"/>
              <a:t>созданный с помощью этой технологии проект должен отвечать требованиям заказчика;</a:t>
            </a:r>
          </a:p>
          <a:p>
            <a:pPr>
              <a:defRPr/>
            </a:pPr>
            <a:r>
              <a:rPr lang="ru-RU" sz="2000" dirty="0"/>
              <a:t>выбранная технология должна максимально отражать все этапы цикла жизни проекта, быть основой связи между проектированием и сопровождением проекта;</a:t>
            </a:r>
          </a:p>
          <a:p>
            <a:pPr>
              <a:defRPr/>
            </a:pPr>
            <a:r>
              <a:rPr lang="ru-RU" sz="2000" dirty="0"/>
              <a:t>выбираемая технология должна обеспечивать минимальные трудовые и стоимостные затраты на проектирование и сопровождение проекта, способствовать росту производительности труда проектировщика;</a:t>
            </a:r>
          </a:p>
          <a:p>
            <a:pPr>
              <a:defRPr/>
            </a:pPr>
            <a:r>
              <a:rPr lang="ru-RU" sz="2000" dirty="0"/>
              <a:t>технология должна обеспечивать надежность процесса проектирования и эксплуатации проекта;</a:t>
            </a:r>
          </a:p>
          <a:p>
            <a:pPr>
              <a:defRPr/>
            </a:pPr>
            <a:r>
              <a:rPr lang="ru-RU" sz="2000" dirty="0"/>
              <a:t>технология должна способствовать простому ведению проектной документации.</a:t>
            </a:r>
          </a:p>
          <a:p>
            <a:pPr marL="82550" indent="0">
              <a:buFont typeface="Wingdings 2" pitchFamily="18" charset="2"/>
              <a:buNone/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ru-RU" dirty="0"/>
              <a:t>Методология проектирования ИС</a:t>
            </a:r>
          </a:p>
        </p:txBody>
      </p:sp>
      <p:graphicFrame>
        <p:nvGraphicFramePr>
          <p:cNvPr id="16389" name="Объект 2">
            <a:extLst>
              <a:ext uri="{FF2B5EF4-FFF2-40B4-BE49-F238E27FC236}">
                <a16:creationId xmlns:a16="http://schemas.microsoft.com/office/drawing/2014/main" id="{FF679B22-1F49-E507-8B7B-2325BDDA29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666638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3100"/>
              <a:t>Определение методологии проектирования ИС</a:t>
            </a:r>
          </a:p>
        </p:txBody>
      </p:sp>
      <p:graphicFrame>
        <p:nvGraphicFramePr>
          <p:cNvPr id="17413" name="Объект 2">
            <a:extLst>
              <a:ext uri="{FF2B5EF4-FFF2-40B4-BE49-F238E27FC236}">
                <a16:creationId xmlns:a16="http://schemas.microsoft.com/office/drawing/2014/main" id="{28C63048-F589-79E6-64C7-CDBEE356D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471213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195486"/>
            <a:ext cx="8075414" cy="8572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Классификация методов проектирования ИС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275606"/>
            <a:ext cx="7499350" cy="3600450"/>
          </a:xfrm>
        </p:spPr>
        <p:txBody>
          <a:bodyPr>
            <a:normAutofit fontScale="85000" lnSpcReduction="10000"/>
          </a:bodyPr>
          <a:lstStyle/>
          <a:p>
            <a:pPr marL="82550" indent="0">
              <a:buFont typeface="Wingdings 2" pitchFamily="18" charset="2"/>
              <a:buNone/>
              <a:defRPr/>
            </a:pPr>
            <a:r>
              <a:rPr lang="ru-RU" sz="2000" dirty="0"/>
              <a:t>Методы проектирования </a:t>
            </a:r>
            <a:r>
              <a:rPr lang="ru-RU" sz="2000" i="1" dirty="0"/>
              <a:t>по степени автоматизации</a:t>
            </a:r>
            <a:r>
              <a:rPr lang="ru-RU" sz="2000" dirty="0"/>
              <a:t>: </a:t>
            </a:r>
          </a:p>
          <a:p>
            <a:pPr>
              <a:defRPr/>
            </a:pPr>
            <a:r>
              <a:rPr lang="ru-RU" sz="2000" dirty="0"/>
              <a:t>ручного проектирования, при котором проектирование компонентов ИС осуществляется без использования специальных инструментальных программных средств, а программирование на алгоритмических языках; </a:t>
            </a:r>
          </a:p>
          <a:p>
            <a:pPr>
              <a:defRPr/>
            </a:pPr>
            <a:r>
              <a:rPr lang="ru-RU" sz="2000" dirty="0"/>
              <a:t>компьютерного проектирования, которое производит генерацию или конфигурацию (настройку) проектных решений на основе использования специальных инструментальных программных средств </a:t>
            </a:r>
            <a:r>
              <a:rPr lang="en-US" sz="2000" dirty="0"/>
              <a:t>(CASE </a:t>
            </a:r>
            <a:r>
              <a:rPr lang="ru-RU" sz="2000" dirty="0"/>
              <a:t>средства</a:t>
            </a:r>
            <a:r>
              <a:rPr lang="en-US" sz="2000" dirty="0"/>
              <a:t>)</a:t>
            </a:r>
            <a:endParaRPr lang="ru-RU" sz="2000" dirty="0"/>
          </a:p>
          <a:p>
            <a:pPr marL="82550" indent="0">
              <a:buFont typeface="Wingdings 2" pitchFamily="18" charset="2"/>
              <a:buNone/>
              <a:defRPr/>
            </a:pPr>
            <a:r>
              <a:rPr lang="ru-RU" sz="2000" dirty="0"/>
              <a:t>Методы проектирования </a:t>
            </a:r>
            <a:r>
              <a:rPr lang="ru-RU" sz="2000" i="1" dirty="0"/>
              <a:t>по степени использования типовых проектных решений</a:t>
            </a:r>
          </a:p>
          <a:p>
            <a:pPr>
              <a:defRPr/>
            </a:pPr>
            <a:r>
              <a:rPr lang="ru-RU" sz="2000" dirty="0"/>
              <a:t>оригинального (индивидуального) проектирования, когда проектные решения разрабатываются «с нуля» в соответствии с требованиями к ИС;</a:t>
            </a:r>
          </a:p>
          <a:p>
            <a:pPr>
              <a:defRPr/>
            </a:pPr>
            <a:r>
              <a:rPr lang="ru-RU" sz="2000" dirty="0"/>
              <a:t>типового проектирования, предполагающего конфигурацию ИС из готовых типовых проектных решений (программных модулей).</a:t>
            </a:r>
          </a:p>
          <a:p>
            <a:pPr>
              <a:defRPr/>
            </a:pPr>
            <a:endParaRPr lang="ru-RU" sz="2000" dirty="0"/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339502"/>
            <a:ext cx="8003406" cy="8572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Классификация методов проектирования ИС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275606"/>
            <a:ext cx="7848872" cy="3600450"/>
          </a:xfrm>
        </p:spPr>
        <p:txBody>
          <a:bodyPr>
            <a:normAutofit fontScale="85000" lnSpcReduction="10000"/>
          </a:bodyPr>
          <a:lstStyle/>
          <a:p>
            <a:pPr marL="82550" indent="0">
              <a:buFont typeface="Wingdings 2" pitchFamily="18" charset="2"/>
              <a:buNone/>
              <a:defRPr/>
            </a:pPr>
            <a:r>
              <a:rPr lang="ru-RU" sz="2000" dirty="0"/>
              <a:t>Методы проектирования </a:t>
            </a:r>
            <a:r>
              <a:rPr lang="ru-RU" sz="2000" i="1" dirty="0"/>
              <a:t>по степени адаптивности проектных решений</a:t>
            </a:r>
            <a:r>
              <a:rPr lang="ru-RU" sz="2000" dirty="0"/>
              <a:t>:</a:t>
            </a:r>
          </a:p>
          <a:p>
            <a:pPr>
              <a:defRPr/>
            </a:pPr>
            <a:r>
              <a:rPr lang="ru-RU" sz="2000" dirty="0"/>
              <a:t>реконструкции, когда адаптация проектных решений выполняется путем переработки соответствующих компонентов (перепрограммирования программных модулей);</a:t>
            </a:r>
          </a:p>
          <a:p>
            <a:pPr>
              <a:defRPr/>
            </a:pPr>
            <a:r>
              <a:rPr lang="ru-RU" sz="2000" dirty="0"/>
              <a:t>параметризации, когда проектные решения настраиваются (</a:t>
            </a:r>
            <a:r>
              <a:rPr lang="ru-RU" sz="2000" dirty="0" err="1"/>
              <a:t>перегенерируются</a:t>
            </a:r>
            <a:r>
              <a:rPr lang="ru-RU" sz="2000" dirty="0"/>
              <a:t>) в соответствии с изменяемыми параметрами;</a:t>
            </a:r>
          </a:p>
          <a:p>
            <a:pPr>
              <a:defRPr/>
            </a:pPr>
            <a:r>
              <a:rPr lang="ru-RU" sz="2000" dirty="0"/>
              <a:t>реструктуризации модели, когда изменяется модель проблемной области, на основе которой автоматически </a:t>
            </a:r>
            <a:r>
              <a:rPr lang="ru-RU" sz="2000" dirty="0" err="1"/>
              <a:t>перегенерируются</a:t>
            </a:r>
            <a:r>
              <a:rPr lang="ru-RU" sz="2000" dirty="0"/>
              <a:t> проектные решения. </a:t>
            </a:r>
          </a:p>
          <a:p>
            <a:pPr marL="82550" indent="0">
              <a:buFont typeface="Wingdings 2" pitchFamily="18" charset="2"/>
              <a:buNone/>
              <a:defRPr/>
            </a:pPr>
            <a:r>
              <a:rPr lang="ru-RU" sz="2000" dirty="0"/>
              <a:t>Методы проектирования </a:t>
            </a:r>
            <a:r>
              <a:rPr lang="ru-RU" sz="2000" i="1" dirty="0"/>
              <a:t>по реализации модели жизненного цикла</a:t>
            </a:r>
            <a:r>
              <a:rPr lang="ru-RU" sz="2000" dirty="0"/>
              <a:t>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Каскадное (последовательное проектирование)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Спиральное и итерационное </a:t>
            </a:r>
            <a:r>
              <a:rPr lang="en-US" sz="2000" dirty="0"/>
              <a:t>(</a:t>
            </a:r>
            <a:r>
              <a:rPr lang="ru-RU" sz="2000" dirty="0"/>
              <a:t>последовательно-параллельное) проектирование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Инкрементное (параллельное) проектирование</a:t>
            </a:r>
          </a:p>
          <a:p>
            <a:pPr marL="82550" indent="0">
              <a:buFont typeface="Wingdings 2" pitchFamily="18" charset="2"/>
              <a:buNone/>
              <a:defRPr/>
            </a:pPr>
            <a:endParaRPr lang="ru-RU" sz="2000" dirty="0"/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11510"/>
            <a:ext cx="8507288" cy="8572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>
                <a:effectLst/>
              </a:rPr>
              <a:t>Характеристики классов технологий проектирования</a:t>
            </a:r>
            <a:br>
              <a:rPr lang="ru-RU" dirty="0">
                <a:effectLst/>
              </a:rPr>
            </a:b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414050"/>
              </p:ext>
            </p:extLst>
          </p:nvPr>
        </p:nvGraphicFramePr>
        <p:xfrm>
          <a:off x="251521" y="1212404"/>
          <a:ext cx="8497193" cy="38076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8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75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Степень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автоматизации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Степень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типизации</a:t>
                      </a: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Степень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адаптивности</a:t>
                      </a: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Модель жизненного цикла</a:t>
                      </a:r>
                    </a:p>
                  </a:txBody>
                  <a:tcPr marL="68589" marR="6858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1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Каноническое проектирование 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Ручное проектирование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Оригинальное проектирование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Реконструкция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Каскадная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(последовательная)</a:t>
                      </a:r>
                    </a:p>
                  </a:txBody>
                  <a:tcPr marL="68589" marR="6858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Автоматизированное проектирование 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Компьютерное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проектирование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Оригинальное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проектирование 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Реструктуризация модели (генерация ИС)</a:t>
                      </a: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Итерационная,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спиральная</a:t>
                      </a:r>
                    </a:p>
                  </a:txBody>
                  <a:tcPr marL="68589" marR="6858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Типовое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проектирование 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Компьютерное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проектирование</a:t>
                      </a: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Сборочное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проектирование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Параметризация и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реструктуризация модели (конфигурация ИС)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+mn-ea"/>
                        </a:rPr>
                        <a:t>Инкрементная</a:t>
                      </a:r>
                      <a:r>
                        <a:rPr lang="ru-RU" sz="1400" baseline="0" dirty="0">
                          <a:effectLst/>
                          <a:latin typeface="+mn-lt"/>
                          <a:ea typeface="+mn-ea"/>
                        </a:rPr>
                        <a:t> (параллельная)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9" marR="6858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15" name="Rectangle 1"/>
          <p:cNvSpPr>
            <a:spLocks noChangeArrowheads="1"/>
          </p:cNvSpPr>
          <p:nvPr/>
        </p:nvSpPr>
        <p:spPr bwMode="auto">
          <a:xfrm>
            <a:off x="2214563" y="174176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endParaRPr lang="ru-RU" alt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ctr">
            <a:normAutofit/>
          </a:bodyPr>
          <a:lstStyle/>
          <a:p>
            <a:r>
              <a:rPr lang="ru-RU" sz="4100"/>
              <a:t>Визуальное моделирование систем</a:t>
            </a:r>
          </a:p>
        </p:txBody>
      </p:sp>
      <p:graphicFrame>
        <p:nvGraphicFramePr>
          <p:cNvPr id="5" name="Содержимое 2">
            <a:extLst>
              <a:ext uri="{FF2B5EF4-FFF2-40B4-BE49-F238E27FC236}">
                <a16:creationId xmlns:a16="http://schemas.microsoft.com/office/drawing/2014/main" id="{401F58B4-EDA9-282E-79D0-ECFC03EE03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302531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ctr">
            <a:normAutofit/>
          </a:bodyPr>
          <a:lstStyle/>
          <a:p>
            <a:r>
              <a:rPr lang="ru-RU" dirty="0"/>
              <a:t>Жизненный цикл ПО</a:t>
            </a:r>
          </a:p>
        </p:txBody>
      </p:sp>
      <p:graphicFrame>
        <p:nvGraphicFramePr>
          <p:cNvPr id="5" name="Содержимое 2">
            <a:extLst>
              <a:ext uri="{FF2B5EF4-FFF2-40B4-BE49-F238E27FC236}">
                <a16:creationId xmlns:a16="http://schemas.microsoft.com/office/drawing/2014/main" id="{9ECA15A3-A606-D4A5-2D70-BA627E718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386466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Соотношение жизненных циклов продукта и процесса разработки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275606"/>
            <a:ext cx="7332442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130796"/>
            <a:ext cx="756084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749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этапы упрощенного процесса разработки ПО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749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ru-RU" dirty="0"/>
              <a:t>Фазы классической водопадной модели </a:t>
            </a:r>
            <a:r>
              <a:rPr lang="ru-RU" dirty="0" err="1"/>
              <a:t>ЖЦ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286000" y="1463756"/>
            <a:ext cx="4572000" cy="221599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lvl="1"/>
            <a:endParaRPr lang="ru-RU" baseline="-25000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491630"/>
            <a:ext cx="47688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4" y="1347614"/>
            <a:ext cx="81629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Picture 2" descr="ПЛЮСЫ — Хватит переплачивать! Бронируй дешевле!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288" y="411511"/>
            <a:ext cx="1656184" cy="15353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8" y="267495"/>
            <a:ext cx="7206381" cy="4191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 descr="Цитаты и высказывания про Недостатки | Цитаты и афоризмы | Яндекс Дзен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5487"/>
            <a:ext cx="1549946" cy="14500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749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ru-RU" dirty="0"/>
              <a:t>Итеративная и инкрементная модель процесса разработки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419622"/>
            <a:ext cx="5283200" cy="358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749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ru-RU" dirty="0"/>
              <a:t>Итеративная и инкрементная модель процесса разработки 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419623"/>
            <a:ext cx="6264696" cy="3641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70" y="1851670"/>
            <a:ext cx="785812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ПЛЮСЫ — Хватит переплачивать! Бронируй дешевле!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288" y="123479"/>
            <a:ext cx="1656184" cy="15353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3626" y="267494"/>
            <a:ext cx="6260782" cy="4466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Цитаты и высказывания про Недостатки | Цитаты и афоризмы | Яндекс Дзен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1734" y="195487"/>
            <a:ext cx="1549946" cy="14500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2" y="1275607"/>
            <a:ext cx="6799857" cy="1982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0894" y="3210934"/>
            <a:ext cx="6489538" cy="800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Цитаты и высказывания про Недостатки | Цитаты и афоризмы | Яндекс Дзен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726" y="195487"/>
            <a:ext cx="1549946" cy="14500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 </a:t>
            </a:r>
            <a:r>
              <a:rPr lang="ru-RU" dirty="0"/>
              <a:t>модель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411510"/>
            <a:ext cx="56642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ПЛЮСЫ — Хватит переплачивать! Бронируй дешевле!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4288" y="123479"/>
            <a:ext cx="1656184" cy="1535347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9706" y="267494"/>
            <a:ext cx="6702574" cy="46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Цитаты и высказывания про Недостатки | Цитаты и афоризмы | Яндекс Дзен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734" y="195487"/>
            <a:ext cx="1549946" cy="1450061"/>
          </a:xfrm>
          <a:prstGeom prst="rect">
            <a:avLst/>
          </a:prstGeom>
          <a:noFill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1865" y="221505"/>
            <a:ext cx="6252543" cy="2638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97645" y="2859782"/>
            <a:ext cx="6174755" cy="2109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857250"/>
          </a:xfrm>
        </p:spPr>
        <p:txBody>
          <a:bodyPr>
            <a:normAutofit/>
          </a:bodyPr>
          <a:lstStyle/>
          <a:p>
            <a:r>
              <a:rPr lang="ru-RU" dirty="0"/>
              <a:t>Спиральная модель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843558"/>
            <a:ext cx="49022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915567"/>
            <a:ext cx="2736304" cy="1357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2" y="195486"/>
            <a:ext cx="7275339" cy="473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ПЛЮСЫ — Хватит переплачивать! Бронируй дешевле!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6338" y="123479"/>
            <a:ext cx="1398155" cy="12961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7832" y="1491631"/>
            <a:ext cx="7454648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Цитаты и высказывания про Недостатки | Цитаты и афоризмы | Яндекс Дзен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5487"/>
            <a:ext cx="1549946" cy="14500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73350" y="692150"/>
            <a:ext cx="6470650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23478"/>
            <a:ext cx="8229600" cy="857250"/>
          </a:xfrm>
        </p:spPr>
        <p:txBody>
          <a:bodyPr>
            <a:normAutofit/>
          </a:bodyPr>
          <a:lstStyle/>
          <a:p>
            <a:r>
              <a:rPr lang="ru-RU" dirty="0"/>
              <a:t>Динамическая модель </a:t>
            </a:r>
            <a:r>
              <a:rPr lang="ru-RU" dirty="0" err="1"/>
              <a:t>DSDM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5" y="3859970"/>
            <a:ext cx="4248471" cy="1034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Обсудим подходящую модель…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нас проект среднего или высокого риска, затраты же очень важны, клиент не уверен в своих потребностях, а требования сложны и ожидаются значительные изменения - 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20928</TotalTime>
  <Words>1386</Words>
  <Application>Microsoft Office PowerPoint</Application>
  <PresentationFormat>Экран (16:9)</PresentationFormat>
  <Paragraphs>163</Paragraphs>
  <Slides>40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6" baseType="lpstr">
      <vt:lpstr>Aptos</vt:lpstr>
      <vt:lpstr>Arial</vt:lpstr>
      <vt:lpstr>Calibri</vt:lpstr>
      <vt:lpstr>Times New Roman</vt:lpstr>
      <vt:lpstr>Wingdings 2</vt:lpstr>
      <vt:lpstr>Тема Office</vt:lpstr>
      <vt:lpstr>Методология  проектирования и управления информационными системами</vt:lpstr>
      <vt:lpstr>Содержание</vt:lpstr>
      <vt:lpstr>Литература</vt:lpstr>
      <vt:lpstr>Прикладная информатика</vt:lpstr>
      <vt:lpstr>Презентация PowerPoint</vt:lpstr>
      <vt:lpstr>Прикладная информатика</vt:lpstr>
      <vt:lpstr>Презентация PowerPoint</vt:lpstr>
      <vt:lpstr>Программная инженерия</vt:lpstr>
      <vt:lpstr>Тенденции изменения соотношения стоимости аппаратных средств и программного обеспечения</vt:lpstr>
      <vt:lpstr>Эволюция (1)</vt:lpstr>
      <vt:lpstr>Эволюция (2)</vt:lpstr>
      <vt:lpstr>Эволюция (3)</vt:lpstr>
      <vt:lpstr>Эволюция (4)</vt:lpstr>
      <vt:lpstr>Эволюция (5)</vt:lpstr>
      <vt:lpstr>Результат: требования к технологии проектирования</vt:lpstr>
      <vt:lpstr>Методология проектирования ИС</vt:lpstr>
      <vt:lpstr>Определение методологии проектирования ИС</vt:lpstr>
      <vt:lpstr>Классификация методов проектирования ИС</vt:lpstr>
      <vt:lpstr>Классификация методов проектирования ИС</vt:lpstr>
      <vt:lpstr>Характеристики классов технологий проектирования </vt:lpstr>
      <vt:lpstr>Визуальное моделирование систем</vt:lpstr>
      <vt:lpstr>Жизненный цикл ПО</vt:lpstr>
      <vt:lpstr>Соотношение жизненных циклов продукта и процесса разработки</vt:lpstr>
      <vt:lpstr>Основные этапы упрощенного процесса разработки ПО</vt:lpstr>
      <vt:lpstr>Фазы классической водопадной модели ЖЦ</vt:lpstr>
      <vt:lpstr>Презентация PowerPoint</vt:lpstr>
      <vt:lpstr>Презентация PowerPoint</vt:lpstr>
      <vt:lpstr>Итеративная и инкрементная модель процесса разработки </vt:lpstr>
      <vt:lpstr>Итеративная и инкрементная модель процесса разработки </vt:lpstr>
      <vt:lpstr>Презентация PowerPoint</vt:lpstr>
      <vt:lpstr>Презентация PowerPoint</vt:lpstr>
      <vt:lpstr>Презентация PowerPoint</vt:lpstr>
      <vt:lpstr>V модель</vt:lpstr>
      <vt:lpstr>Презентация PowerPoint</vt:lpstr>
      <vt:lpstr>Презентация PowerPoint</vt:lpstr>
      <vt:lpstr>Спиральная модель </vt:lpstr>
      <vt:lpstr>Презентация PowerPoint</vt:lpstr>
      <vt:lpstr>Презентация PowerPoint</vt:lpstr>
      <vt:lpstr>Динамическая модель DSDM</vt:lpstr>
      <vt:lpstr>Обсудим подходящую модель…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Методология  проектирования и управления информационными системами</dc:title>
  <dc:creator>Виталий Компаниец</dc:creator>
  <cp:lastModifiedBy>Компаниец Виталий Сергеевич</cp:lastModifiedBy>
  <cp:revision>50</cp:revision>
  <dcterms:created xsi:type="dcterms:W3CDTF">2021-02-08T19:00:48Z</dcterms:created>
  <dcterms:modified xsi:type="dcterms:W3CDTF">2025-10-04T09:28:02Z</dcterms:modified>
</cp:coreProperties>
</file>